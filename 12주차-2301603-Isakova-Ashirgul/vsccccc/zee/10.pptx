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0" r:id="rId4"/>
    <p:sldId id="259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50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8D24-F528-4D7F-91DC-A123907C24BD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E551F-0B3F-4B4D-B492-F74DE41F70B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8D24-F528-4D7F-91DC-A123907C24BD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E551F-0B3F-4B4D-B492-F74DE41F70B1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8D24-F528-4D7F-91DC-A123907C24BD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E551F-0B3F-4B4D-B492-F74DE41F70B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8D24-F528-4D7F-91DC-A123907C24BD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E551F-0B3F-4B4D-B492-F74DE41F70B1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8D24-F528-4D7F-91DC-A123907C24BD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E551F-0B3F-4B4D-B492-F74DE41F70B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8D24-F528-4D7F-91DC-A123907C24BD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E551F-0B3F-4B4D-B492-F74DE41F70B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8D24-F528-4D7F-91DC-A123907C24BD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E551F-0B3F-4B4D-B492-F74DE41F70B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8D24-F528-4D7F-91DC-A123907C24BD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E551F-0B3F-4B4D-B492-F74DE41F70B1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8D24-F528-4D7F-91DC-A123907C24BD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E551F-0B3F-4B4D-B492-F74DE41F70B1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8D24-F528-4D7F-91DC-A123907C24BD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E551F-0B3F-4B4D-B492-F74DE41F70B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8D24-F528-4D7F-91DC-A123907C24BD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E551F-0B3F-4B4D-B492-F74DE41F70B1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540E8D24-F528-4D7F-91DC-A123907C24BD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445E551F-0B3F-4B4D-B492-F74DE41F70B1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10</a:t>
            </a:r>
            <a:r>
              <a:rPr lang="ko-KR" altLang="en-US" dirty="0" smtClean="0"/>
              <a:t>주차 과제 </a:t>
            </a:r>
            <a:r>
              <a:rPr lang="en-US" altLang="ko-KR" dirty="0" smtClean="0"/>
              <a:t>“</a:t>
            </a:r>
            <a:r>
              <a:rPr lang="ko-KR" altLang="en-US" dirty="0"/>
              <a:t>학생별 성적처리</a:t>
            </a:r>
            <a:r>
              <a:rPr lang="en-US" altLang="ko-KR" dirty="0" smtClean="0"/>
              <a:t>”</a:t>
            </a: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>과목</a:t>
            </a:r>
            <a:r>
              <a:rPr lang="en-US" altLang="ko-KR" dirty="0"/>
              <a:t>: M</a:t>
            </a:r>
            <a:r>
              <a:rPr lang="ko-KR" altLang="en-US" dirty="0"/>
              <a:t>프로그래밍언어활용</a:t>
            </a:r>
            <a:r>
              <a:rPr lang="en-US" altLang="ko-KR" dirty="0"/>
              <a:t>(1) </a:t>
            </a:r>
            <a:r>
              <a:rPr lang="ko-KR" altLang="en-US" dirty="0"/>
              <a:t>코드</a:t>
            </a:r>
            <a:r>
              <a:rPr lang="en-US" altLang="ko-KR" dirty="0"/>
              <a:t>:G531-1B0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27784" y="6093296"/>
            <a:ext cx="6400800" cy="546596"/>
          </a:xfrm>
        </p:spPr>
        <p:txBody>
          <a:bodyPr>
            <a:normAutofit/>
          </a:bodyPr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욱타모바 아나스타샤</a:t>
            </a:r>
            <a:r>
              <a:rPr lang="en-US" altLang="ko-KR" dirty="0">
                <a:solidFill>
                  <a:schemeClr val="tx1"/>
                </a:solidFill>
              </a:rPr>
              <a:t>, 2301322 B</a:t>
            </a:r>
            <a:r>
              <a:rPr lang="ko-KR" altLang="en-US" dirty="0" smtClean="0">
                <a:solidFill>
                  <a:schemeClr val="tx1"/>
                </a:solidFill>
              </a:rPr>
              <a:t>반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760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화면</a:t>
            </a:r>
            <a:r>
              <a:rPr lang="en-US" altLang="ko-KR" dirty="0" smtClean="0"/>
              <a:t>1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2564904"/>
            <a:ext cx="4904010" cy="3864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27" y="2564904"/>
            <a:ext cx="4886245" cy="3864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0977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화면</a:t>
            </a:r>
            <a:r>
              <a:rPr lang="en-US" altLang="ko-KR" dirty="0" smtClean="0"/>
              <a:t>2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" y="2279497"/>
            <a:ext cx="4868443" cy="4578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381" y="2279497"/>
            <a:ext cx="5277619" cy="4578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0050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결과 화면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76872"/>
            <a:ext cx="5568682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51951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76</TotalTime>
  <Words>21</Words>
  <Application>Microsoft Office PowerPoint</Application>
  <PresentationFormat>Экран (4:3)</PresentationFormat>
  <Paragraphs>5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Волна</vt:lpstr>
      <vt:lpstr>10주차 과제 “학생별 성적처리” 과목: M프로그래밍언어활용(1) 코드:G531-1B0</vt:lpstr>
      <vt:lpstr>코드 화면1</vt:lpstr>
      <vt:lpstr>코드 화면2</vt:lpstr>
      <vt:lpstr>결과 화면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9주차 과제 과목: M프로그래밍언어활용(1) 코드:G531-1B0</dc:title>
  <dc:creator>Acer</dc:creator>
  <cp:lastModifiedBy>Acer</cp:lastModifiedBy>
  <cp:revision>3</cp:revision>
  <dcterms:created xsi:type="dcterms:W3CDTF">2023-11-14T06:18:34Z</dcterms:created>
  <dcterms:modified xsi:type="dcterms:W3CDTF">2023-11-14T07:42:00Z</dcterms:modified>
</cp:coreProperties>
</file>