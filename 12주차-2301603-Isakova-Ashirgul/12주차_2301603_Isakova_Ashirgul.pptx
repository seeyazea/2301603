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u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1"/>
  </p:normalViewPr>
  <p:slideViewPr>
    <p:cSldViewPr snapToGrid="0">
      <p:cViewPr>
        <p:scale>
          <a:sx n="80" d="100"/>
          <a:sy n="80" d="100"/>
        </p:scale>
        <p:origin x="68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41F04-7697-6F7A-61DF-D77FD16779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18563B5-22B5-C56C-A07F-FC97A4B99C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K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1DEBAD-7CB8-EAE8-7158-F48274FA9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76E86-9F7F-14FE-1E52-096115E9C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4CEDF1-2129-0444-2E36-8401F8CD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966964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470738-CB1A-2B3A-E449-DDBD4526E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4468E1-AA74-A666-A38E-09367D603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3E26E3-4EE7-6678-BCD9-D88F602BF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7543CD-8262-83A0-93A9-14649956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26C01F-2AD8-192E-C4D8-9A5345D5A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1002711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5B172-A682-7A24-0A38-7C83CD59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A64070-4783-D199-FAF8-65441EA289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031AA2D-1BF6-32EA-5B72-5E3297061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44F52F0-16DA-0547-7DEB-35FBDAC3D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443081-74C2-884D-727A-903541028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1468157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74C71C-2B39-E1BF-4D1F-4F5B9AAEEA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863CBD-9FD8-800A-1F57-68D3069F43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C8378-FB09-9C1F-48E2-FA61BCD3D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9D2BFD-2C20-3DB3-CDF6-3BF776705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AA6C83-5F64-A329-9E97-779E4B7A4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196075A-A316-CABC-E557-0B0BEC032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43154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2522D4-4E5B-1929-795F-AD1908789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2424E5C-AF8F-FCBA-6534-CAFF6FBBE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D10722-F4D3-D010-BEC1-8F203F2FC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4BC50B-E0F9-C4B7-96D5-051A30BE1E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03A9803-BA83-E6E2-93D1-F0D525C8FC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CA1FCB-D7AA-B7C2-A34D-5F5129FCE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EB5738-A38F-5372-B0BB-5A078746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3AAFB3-13E0-B2F7-6850-44923013D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469384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355B5E9-B6DC-4082-8C59-E5AAFACB7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2DAE739-ABCE-CA7F-1DB3-E54F17133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D05765C-1F94-3233-BB38-E9F143C2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0A746F3-4FFC-C559-01DD-18761E0B9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130410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28E8B8E-05C1-A09A-5ADA-085B1733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727D3A7-5F24-DAC4-4FF2-861CDDE32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0723970-4B84-4C6F-B0CC-89FDB134E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470042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BDE5A7-BCE6-B8A6-C747-A4494F43D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F3AD36-23D9-EBF5-214C-CFFC4FF116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D843F8E-475F-8A8D-976A-C4EE6B141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F044C7-75A2-93A3-544E-8ADC4229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58F09F3-5663-12C6-1BCD-6ABD727DA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D8F457-FFC6-4F82-86B5-B9CA5032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1290848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74B7CB-C5F5-3937-52EE-86DBBD933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7021225-2C4B-5FD7-0590-40429814FA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KR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1D362E-1141-5AB2-ACE1-63DE3EF47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0D90B0-63F4-68F3-640E-F1BBCB62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124EAF2-4B71-24DD-F28B-1F5376068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87BA00-77C2-DAF8-ABE7-547E513D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599574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C7914E-39D0-709C-90D7-4809F7D0D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61CB158-CEE0-C377-83A4-6DE4A7177D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14C3550-0C19-4225-A7F7-0F913423F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DFA8AF-607D-4744-5C98-0353669C9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216893C-8574-1255-6F15-6230E0EDC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71684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0E609CA-CE72-07A7-F7D3-7C5ECCEC9C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957BAF3-BCAE-30F5-B7A4-D0F6D41EA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839A9D-969C-A943-75E7-F898095C6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4737D6-6516-1032-A0AC-F0D901A3D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5B101E-B57C-E351-49B1-48891B144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130561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D078C-EB0B-6F60-3C03-704AABD1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KR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BBA3A86-9626-DD43-66A8-1192CB847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R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EB5FA95-BB5E-207C-3EA6-0522FFC372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C6EF5-7EEF-B04E-B47E-C73AD461A8B8}" type="datetimeFigureOut">
              <a:rPr lang="ru-KR" smtClean="0"/>
              <a:t>2023. 11. 21.</a:t>
            </a:fld>
            <a:endParaRPr lang="ru-KR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676729-B884-3FF2-6536-E06BF983A7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KR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3EE58F-EEB7-4CC6-64D5-1FE0C4DDC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D1FA1-56C5-B246-AF40-247D543E04F5}" type="slidenum">
              <a:rPr lang="ru-KR" smtClean="0"/>
              <a:t>‹#›</a:t>
            </a:fld>
            <a:endParaRPr lang="ru-KR"/>
          </a:p>
        </p:txBody>
      </p:sp>
    </p:spTree>
    <p:extLst>
      <p:ext uri="{BB962C8B-B14F-4D97-AF65-F5344CB8AC3E}">
        <p14:creationId xmlns:p14="http://schemas.microsoft.com/office/powerpoint/2010/main" val="296795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ABC6622E-7740-7FBF-0024-3805B33FED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755" b="2"/>
          <a:stretch/>
        </p:blipFill>
        <p:spPr>
          <a:xfrm>
            <a:off x="2522358" y="0"/>
            <a:ext cx="9669642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1F1955-A706-03C2-5F62-396C641525A2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952228" y="743447"/>
            <a:ext cx="3973385" cy="3692028"/>
          </a:xfrm>
          <a:prstGeom prst="rect">
            <a:avLst/>
          </a:prstGeom>
          <a:noFill/>
        </p:spPr>
        <p:txBody>
          <a:bodyPr lIns="0" tIns="0" rIns="0" bIns="0" rtlCol="0">
            <a:normAutofit/>
          </a:bodyPr>
          <a:lstStyle/>
          <a:p>
            <a:pPr algn="l"/>
            <a:r>
              <a:rPr lang="en-US" sz="5200" dirty="0">
                <a:latin typeface="Dream Avenue"/>
              </a:rPr>
              <a:t>Report</a:t>
            </a:r>
            <a:r>
              <a:rPr lang="ko-KR" altLang="en-US" sz="5200" dirty="0">
                <a:latin typeface="Dream Avenue"/>
              </a:rPr>
              <a:t> </a:t>
            </a:r>
            <a:r>
              <a:rPr lang="en-US" altLang="ko-KR" sz="5200" dirty="0">
                <a:latin typeface="Dream Avenue"/>
              </a:rPr>
              <a:t>12</a:t>
            </a:r>
            <a:r>
              <a:rPr lang="ko-KR" altLang="en-US" sz="5200" dirty="0">
                <a:latin typeface="Dream Avenue"/>
              </a:rPr>
              <a:t>주차</a:t>
            </a:r>
            <a:endParaRPr lang="en-US" sz="5200" dirty="0">
              <a:latin typeface="Dream Avenue"/>
            </a:endParaRP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FC4D49D5-489E-4C6B-3CEC-B6457198FF1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52229" y="4629235"/>
            <a:ext cx="3973386" cy="549688"/>
          </a:xfrm>
          <a:prstGeom prst="rect">
            <a:avLst/>
          </a:prstGeom>
          <a:noFill/>
        </p:spPr>
        <p:txBody>
          <a:bodyPr lIns="0" tIns="0" rIns="0" bIns="0" rtlCol="0">
            <a:normAutofit/>
          </a:bodyPr>
          <a:lstStyle/>
          <a:p>
            <a:pPr algn="l">
              <a:spcBef>
                <a:spcPct val="0"/>
              </a:spcBef>
              <a:spcAft>
                <a:spcPts val="600"/>
              </a:spcAft>
            </a:pPr>
            <a:r>
              <a:rPr lang="en-US" dirty="0">
                <a:latin typeface="Dream Avenue"/>
              </a:rPr>
              <a:t>230160</a:t>
            </a:r>
            <a:r>
              <a:rPr lang="ru-RU" dirty="0">
                <a:latin typeface="Dream Avenue"/>
              </a:rPr>
              <a:t>3</a:t>
            </a:r>
            <a:r>
              <a:rPr lang="en-US" dirty="0">
                <a:latin typeface="Dream Avenue"/>
              </a:rPr>
              <a:t> Isakova </a:t>
            </a:r>
            <a:r>
              <a:rPr lang="en-US" dirty="0" err="1">
                <a:latin typeface="Dream Avenue"/>
              </a:rPr>
              <a:t>Ashirgul</a:t>
            </a:r>
            <a:endParaRPr lang="en-US" dirty="0">
              <a:latin typeface="Dream Avenue"/>
            </a:endParaRPr>
          </a:p>
        </p:txBody>
      </p:sp>
    </p:spTree>
    <p:extLst>
      <p:ext uri="{BB962C8B-B14F-4D97-AF65-F5344CB8AC3E}">
        <p14:creationId xmlns:p14="http://schemas.microsoft.com/office/powerpoint/2010/main" val="65831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8D0617-C6C0-413E-54B8-AC1D756D9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4844" y="320466"/>
            <a:ext cx="3556293" cy="55622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Report 1 </a:t>
            </a:r>
            <a:r>
              <a:rPr lang="ko-KR" altLang="en-US" sz="3200" dirty="0"/>
              <a:t>결과 화면</a:t>
            </a:r>
            <a:endParaRPr lang="en-US" sz="3200" dirty="0"/>
          </a:p>
        </p:txBody>
      </p:sp>
      <p:pic>
        <p:nvPicPr>
          <p:cNvPr id="5" name="Объект 4" descr="Изображение выглядит как Мультимедийное программное обеспечение, программное обеспечение, Графическое программное обеспечение, Редактирование&#10;&#10;Автоматически созданное описание">
            <a:extLst>
              <a:ext uri="{FF2B5EF4-FFF2-40B4-BE49-F238E27FC236}">
                <a16:creationId xmlns:a16="http://schemas.microsoft.com/office/drawing/2014/main" id="{ADF05DE4-D453-9E13-5525-F6F4D6FF8A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6548" r="14049" b="-2"/>
          <a:stretch/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16" name="Group 11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EE1E05AA-6B2E-6F8B-A18C-DED5403907C1}"/>
              </a:ext>
            </a:extLst>
          </p:cNvPr>
          <p:cNvSpPr txBox="1"/>
          <p:nvPr/>
        </p:nvSpPr>
        <p:spPr>
          <a:xfrm>
            <a:off x="7910282" y="1675045"/>
            <a:ext cx="3405415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200" dirty="0">
                <a:effectLst/>
              </a:rPr>
              <a:t>import </a:t>
            </a:r>
            <a:r>
              <a:rPr lang="en-US" sz="1200" dirty="0" err="1"/>
              <a:t>java.util.Scanner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public class </a:t>
            </a:r>
            <a:r>
              <a:rPr lang="en-US" sz="1200" dirty="0" err="1"/>
              <a:t>MaxNumberFinder</a:t>
            </a:r>
            <a:r>
              <a:rPr lang="en-US" sz="1200" dirty="0"/>
              <a:t> {</a:t>
            </a:r>
            <a:br>
              <a:rPr lang="en-US" sz="1200" dirty="0"/>
            </a:br>
            <a:r>
              <a:rPr lang="en-US" sz="1200" dirty="0"/>
              <a:t>    </a:t>
            </a:r>
            <a:r>
              <a:rPr lang="en-US" sz="1200" dirty="0">
                <a:effectLst/>
              </a:rPr>
              <a:t>public static void main</a:t>
            </a:r>
            <a:r>
              <a:rPr lang="en-US" sz="1200" dirty="0"/>
              <a:t>(String[] </a:t>
            </a:r>
            <a:r>
              <a:rPr lang="en-US" sz="1200" dirty="0" err="1"/>
              <a:t>args</a:t>
            </a:r>
            <a:r>
              <a:rPr lang="en-US" sz="1200" dirty="0"/>
              <a:t>) {</a:t>
            </a:r>
            <a:br>
              <a:rPr lang="en-US" sz="1200" dirty="0"/>
            </a:br>
            <a:r>
              <a:rPr lang="en-US" sz="1200" dirty="0"/>
              <a:t>        Scanner scanner = </a:t>
            </a:r>
            <a:r>
              <a:rPr lang="en-US" sz="1200" dirty="0">
                <a:effectLst/>
              </a:rPr>
              <a:t>new </a:t>
            </a:r>
            <a:r>
              <a:rPr lang="en-US" sz="1200" dirty="0"/>
              <a:t>Scanner(</a:t>
            </a:r>
            <a:r>
              <a:rPr lang="en-US" sz="1200" dirty="0" err="1"/>
              <a:t>System.</a:t>
            </a:r>
            <a:r>
              <a:rPr lang="en-US" sz="1200" i="1" dirty="0" err="1">
                <a:effectLst/>
              </a:rPr>
              <a:t>in</a:t>
            </a:r>
            <a:r>
              <a:rPr lang="en-US" sz="1200" dirty="0"/>
              <a:t>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    </a:t>
            </a:r>
            <a:r>
              <a:rPr lang="en-US" sz="1200" dirty="0" err="1"/>
              <a:t>System.</a:t>
            </a:r>
            <a:r>
              <a:rPr lang="en-US" sz="1200" i="1" dirty="0" err="1">
                <a:effectLst/>
              </a:rPr>
              <a:t>out</a:t>
            </a:r>
            <a:r>
              <a:rPr lang="en-US" sz="1200" dirty="0" err="1"/>
              <a:t>.print</a:t>
            </a:r>
            <a:r>
              <a:rPr lang="en-US" sz="1200" dirty="0"/>
              <a:t>(</a:t>
            </a:r>
            <a:r>
              <a:rPr lang="en-US" sz="1200" dirty="0">
                <a:effectLst/>
              </a:rPr>
              <a:t>"</a:t>
            </a:r>
            <a:r>
              <a:rPr lang="ko-KR" altLang="en-US" sz="1200" dirty="0">
                <a:effectLst/>
              </a:rPr>
              <a:t>첫 번째 숫자</a:t>
            </a:r>
            <a:r>
              <a:rPr lang="en-US" altLang="ko-KR" sz="1200" dirty="0">
                <a:effectLst/>
              </a:rPr>
              <a:t>: "</a:t>
            </a:r>
            <a:r>
              <a:rPr lang="en-US" altLang="ko-KR" sz="1200" dirty="0"/>
              <a:t>)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sz="1200" dirty="0">
                <a:effectLst/>
              </a:rPr>
              <a:t>double </a:t>
            </a:r>
            <a:r>
              <a:rPr lang="en-US" sz="1200" dirty="0" err="1"/>
              <a:t>firstNumber</a:t>
            </a:r>
            <a:r>
              <a:rPr lang="en-US" sz="1200" dirty="0"/>
              <a:t> = </a:t>
            </a:r>
            <a:r>
              <a:rPr lang="en-US" sz="1200" dirty="0" err="1"/>
              <a:t>scanner.nextDouble</a:t>
            </a:r>
            <a:r>
              <a:rPr lang="en-US" sz="1200" dirty="0"/>
              <a:t>()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    </a:t>
            </a:r>
            <a:r>
              <a:rPr lang="en-US" sz="1200" dirty="0" err="1"/>
              <a:t>System.</a:t>
            </a:r>
            <a:r>
              <a:rPr lang="en-US" sz="1200" i="1" dirty="0" err="1">
                <a:effectLst/>
              </a:rPr>
              <a:t>out</a:t>
            </a:r>
            <a:r>
              <a:rPr lang="en-US" sz="1200" dirty="0" err="1"/>
              <a:t>.print</a:t>
            </a:r>
            <a:r>
              <a:rPr lang="en-US" sz="1200" dirty="0"/>
              <a:t>(</a:t>
            </a:r>
            <a:r>
              <a:rPr lang="en-US" sz="1200" dirty="0">
                <a:effectLst/>
              </a:rPr>
              <a:t>"</a:t>
            </a:r>
            <a:r>
              <a:rPr lang="ko-KR" altLang="en-US" sz="1200" dirty="0">
                <a:effectLst/>
              </a:rPr>
              <a:t>두 번째 숫자</a:t>
            </a:r>
            <a:r>
              <a:rPr lang="en-US" altLang="ko-KR" sz="1200" dirty="0">
                <a:effectLst/>
              </a:rPr>
              <a:t>: "</a:t>
            </a:r>
            <a:r>
              <a:rPr lang="en-US" altLang="ko-KR" sz="1200" dirty="0"/>
              <a:t>)</a:t>
            </a:r>
            <a:r>
              <a:rPr lang="en-US" altLang="ko-KR" sz="1200" dirty="0">
                <a:effectLst/>
              </a:rPr>
              <a:t>;</a:t>
            </a:r>
            <a:br>
              <a:rPr lang="en-US" altLang="ko-KR" sz="1200" dirty="0">
                <a:effectLst/>
              </a:rPr>
            </a:br>
            <a:r>
              <a:rPr lang="en-US" altLang="ko-KR" sz="1200" dirty="0">
                <a:effectLst/>
              </a:rPr>
              <a:t>        </a:t>
            </a:r>
            <a:r>
              <a:rPr lang="en-US" sz="1200" dirty="0">
                <a:effectLst/>
              </a:rPr>
              <a:t>double </a:t>
            </a:r>
            <a:r>
              <a:rPr lang="en-US" sz="1200" dirty="0" err="1"/>
              <a:t>secondNumber</a:t>
            </a:r>
            <a:r>
              <a:rPr lang="en-US" sz="1200" dirty="0"/>
              <a:t> = </a:t>
            </a:r>
            <a:r>
              <a:rPr lang="en-US" sz="1200" dirty="0" err="1"/>
              <a:t>scanner.nextDouble</a:t>
            </a:r>
            <a:r>
              <a:rPr lang="en-US" sz="1200" dirty="0"/>
              <a:t>()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    double </a:t>
            </a:r>
            <a:r>
              <a:rPr lang="en-US" sz="1200" dirty="0" err="1"/>
              <a:t>maxNumber</a:t>
            </a:r>
            <a:r>
              <a:rPr lang="en-US" sz="1200" dirty="0"/>
              <a:t> = </a:t>
            </a:r>
            <a:r>
              <a:rPr lang="en-US" sz="1200" dirty="0" err="1"/>
              <a:t>Math.</a:t>
            </a:r>
            <a:r>
              <a:rPr lang="en-US" sz="1200" i="1" dirty="0" err="1">
                <a:effectLst/>
              </a:rPr>
              <a:t>max</a:t>
            </a:r>
            <a:r>
              <a:rPr lang="en-US" sz="1200" dirty="0"/>
              <a:t>(</a:t>
            </a:r>
            <a:r>
              <a:rPr lang="en-US" sz="1200" dirty="0" err="1"/>
              <a:t>firstNumber</a:t>
            </a:r>
            <a:r>
              <a:rPr lang="en-US" sz="1200" dirty="0">
                <a:effectLst/>
              </a:rPr>
              <a:t>, </a:t>
            </a:r>
            <a:r>
              <a:rPr lang="en-US" sz="1200" dirty="0" err="1"/>
              <a:t>secondNumber</a:t>
            </a:r>
            <a:r>
              <a:rPr lang="en-US" sz="1200" dirty="0"/>
              <a:t>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    </a:t>
            </a:r>
            <a:r>
              <a:rPr lang="en-US" sz="1200" dirty="0" err="1"/>
              <a:t>System.</a:t>
            </a:r>
            <a:r>
              <a:rPr lang="en-US" sz="1200" i="1" dirty="0" err="1">
                <a:effectLst/>
              </a:rPr>
              <a:t>out</a:t>
            </a:r>
            <a:r>
              <a:rPr lang="en-US" sz="1200" dirty="0" err="1"/>
              <a:t>.println</a:t>
            </a:r>
            <a:r>
              <a:rPr lang="en-US" sz="1200" dirty="0"/>
              <a:t>(</a:t>
            </a:r>
            <a:r>
              <a:rPr lang="en-US" sz="1200" dirty="0">
                <a:effectLst/>
              </a:rPr>
              <a:t>"</a:t>
            </a:r>
            <a:r>
              <a:rPr lang="ko-KR" altLang="en-US" sz="1200" dirty="0">
                <a:effectLst/>
              </a:rPr>
              <a:t>두 숫자 중에서 큰 수는</a:t>
            </a:r>
            <a:r>
              <a:rPr lang="en-US" altLang="ko-KR" sz="1200" dirty="0">
                <a:effectLst/>
              </a:rPr>
              <a:t>: " </a:t>
            </a:r>
            <a:r>
              <a:rPr lang="en-US" altLang="ko-KR" sz="1200" dirty="0"/>
              <a:t>+ </a:t>
            </a:r>
            <a:r>
              <a:rPr lang="en-US" sz="1200" dirty="0" err="1"/>
              <a:t>maxNumber</a:t>
            </a:r>
            <a:r>
              <a:rPr lang="en-US" sz="1200" dirty="0"/>
              <a:t>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    </a:t>
            </a:r>
            <a:r>
              <a:rPr lang="en-US" sz="1200" dirty="0" err="1"/>
              <a:t>scanner.close</a:t>
            </a:r>
            <a:r>
              <a:rPr lang="en-US" sz="1200" dirty="0"/>
              <a:t>()</a:t>
            </a:r>
            <a:r>
              <a:rPr lang="en-US" sz="1200" dirty="0">
                <a:effectLst/>
              </a:rPr>
              <a:t>;</a:t>
            </a:r>
            <a:br>
              <a:rPr lang="en-US" sz="1200" dirty="0">
                <a:effectLst/>
              </a:rPr>
            </a:br>
            <a:r>
              <a:rPr lang="en-US" sz="1200" dirty="0">
                <a:effectLst/>
              </a:rPr>
              <a:t>    </a:t>
            </a:r>
            <a:r>
              <a:rPr lang="en-US" sz="1200" dirty="0"/>
              <a:t>}</a:t>
            </a:r>
            <a:br>
              <a:rPr lang="en-US" sz="1200" dirty="0"/>
            </a:br>
            <a:r>
              <a:rPr lang="en-US" sz="1200" dirty="0"/>
              <a:t>}</a:t>
            </a:r>
            <a:br>
              <a:rPr lang="en-US" sz="1100" dirty="0"/>
            </a:b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785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C2F3B-522C-12BB-677A-23316B82F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950" y="274746"/>
            <a:ext cx="3775749" cy="6019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Report 1-1 </a:t>
            </a:r>
            <a:r>
              <a:rPr lang="ko-KR" altLang="en-US" sz="3200" dirty="0"/>
              <a:t>결과 화면</a:t>
            </a:r>
            <a:endParaRPr lang="en-US" sz="3200" dirty="0"/>
          </a:p>
        </p:txBody>
      </p:sp>
      <p:pic>
        <p:nvPicPr>
          <p:cNvPr id="5" name="Объект 4" descr="Изображение выглядит как программное обеспечение, Мультимедийное программное обеспечение, Графическое программное обеспечение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589C3B99-7679-5ADB-9038-E8E1256717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294" r="18302" b="-2"/>
          <a:stretch/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0A021320-D7AB-EE36-89F9-4C0831768183}"/>
              </a:ext>
            </a:extLst>
          </p:cNvPr>
          <p:cNvSpPr txBox="1"/>
          <p:nvPr/>
        </p:nvSpPr>
        <p:spPr>
          <a:xfrm>
            <a:off x="7725116" y="1558486"/>
            <a:ext cx="3405415" cy="374102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/>
              </a:rPr>
              <a:t>import </a:t>
            </a:r>
            <a:r>
              <a:rPr lang="en-US" sz="2000" dirty="0" err="1"/>
              <a:t>java.util.Scanner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public class </a:t>
            </a:r>
            <a:r>
              <a:rPr lang="en-US" sz="2000" dirty="0" err="1"/>
              <a:t>MaxNumberFinder</a:t>
            </a:r>
            <a:r>
              <a:rPr lang="en-US" sz="2000" dirty="0"/>
              <a:t> {</a:t>
            </a:r>
            <a:br>
              <a:rPr lang="en-US" sz="2000" dirty="0"/>
            </a:br>
            <a:r>
              <a:rPr lang="en-US" sz="2000" dirty="0"/>
              <a:t>    </a:t>
            </a:r>
            <a:r>
              <a:rPr lang="en-US" sz="2000" dirty="0">
                <a:effectLst/>
              </a:rPr>
              <a:t>public static void main</a:t>
            </a:r>
            <a:r>
              <a:rPr lang="en-US" sz="2000" dirty="0"/>
              <a:t>(String[] </a:t>
            </a:r>
            <a:r>
              <a:rPr lang="en-US" sz="2000" dirty="0" err="1"/>
              <a:t>args</a:t>
            </a:r>
            <a:r>
              <a:rPr lang="en-US" sz="2000" dirty="0"/>
              <a:t>) {</a:t>
            </a:r>
            <a:br>
              <a:rPr lang="en-US" sz="2000" dirty="0"/>
            </a:br>
            <a:r>
              <a:rPr lang="en-US" sz="2000" dirty="0"/>
              <a:t>        Scanner scanner = </a:t>
            </a:r>
            <a:r>
              <a:rPr lang="en-US" sz="2000" dirty="0">
                <a:effectLst/>
              </a:rPr>
              <a:t>new </a:t>
            </a:r>
            <a:r>
              <a:rPr lang="en-US" sz="2000" dirty="0"/>
              <a:t>Scanner(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in</a:t>
            </a:r>
            <a:r>
              <a:rPr lang="en-US" sz="2000" dirty="0"/>
              <a:t>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out</a:t>
            </a:r>
            <a:r>
              <a:rPr lang="en-US" sz="2000" dirty="0" err="1"/>
              <a:t>.print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"</a:t>
            </a:r>
            <a:r>
              <a:rPr lang="ko-KR" altLang="en-US" sz="2000" dirty="0">
                <a:effectLst/>
              </a:rPr>
              <a:t>첫 번째 숫자</a:t>
            </a:r>
            <a:r>
              <a:rPr lang="en-US" altLang="ko-KR" sz="2000" dirty="0">
                <a:effectLst/>
              </a:rPr>
              <a:t>: "</a:t>
            </a:r>
            <a:r>
              <a:rPr lang="en-US" altLang="ko-KR" sz="2000" dirty="0"/>
              <a:t>)</a:t>
            </a:r>
            <a:r>
              <a:rPr lang="en-US" altLang="ko-KR" sz="2000" dirty="0">
                <a:effectLst/>
              </a:rPr>
              <a:t>;</a:t>
            </a:r>
            <a:br>
              <a:rPr lang="en-US" altLang="ko-KR" sz="2000" dirty="0">
                <a:effectLst/>
              </a:rPr>
            </a:br>
            <a:r>
              <a:rPr lang="en-US" altLang="ko-KR" sz="2000" dirty="0">
                <a:effectLst/>
              </a:rPr>
              <a:t>        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num1 = </a:t>
            </a:r>
            <a:r>
              <a:rPr lang="en-US" sz="2000" dirty="0" err="1"/>
              <a:t>scanner.nextDouble</a:t>
            </a:r>
            <a:r>
              <a:rPr lang="en-US" sz="2000" dirty="0"/>
              <a:t>()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out</a:t>
            </a:r>
            <a:r>
              <a:rPr lang="en-US" sz="2000" dirty="0" err="1"/>
              <a:t>.print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"</a:t>
            </a:r>
            <a:r>
              <a:rPr lang="ko-KR" altLang="en-US" sz="2000" dirty="0">
                <a:effectLst/>
              </a:rPr>
              <a:t>두 번째 숫자</a:t>
            </a:r>
            <a:r>
              <a:rPr lang="en-US" altLang="ko-KR" sz="2000" dirty="0">
                <a:effectLst/>
              </a:rPr>
              <a:t>: "</a:t>
            </a:r>
            <a:r>
              <a:rPr lang="en-US" altLang="ko-KR" sz="2000" dirty="0"/>
              <a:t>)</a:t>
            </a:r>
            <a:r>
              <a:rPr lang="en-US" altLang="ko-KR" sz="2000" dirty="0">
                <a:effectLst/>
              </a:rPr>
              <a:t>;</a:t>
            </a:r>
            <a:br>
              <a:rPr lang="en-US" altLang="ko-KR" sz="2000" dirty="0">
                <a:effectLst/>
              </a:rPr>
            </a:br>
            <a:r>
              <a:rPr lang="en-US" altLang="ko-KR" sz="2000" dirty="0">
                <a:effectLst/>
              </a:rPr>
              <a:t>        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num2 = </a:t>
            </a:r>
            <a:r>
              <a:rPr lang="en-US" sz="2000" dirty="0" err="1"/>
              <a:t>scanner.nextDouble</a:t>
            </a:r>
            <a:r>
              <a:rPr lang="en-US" sz="2000" dirty="0"/>
              <a:t>()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out</a:t>
            </a:r>
            <a:r>
              <a:rPr lang="en-US" sz="2000" dirty="0" err="1"/>
              <a:t>.print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"</a:t>
            </a:r>
            <a:r>
              <a:rPr lang="ko-KR" altLang="en-US" sz="2000" dirty="0">
                <a:effectLst/>
              </a:rPr>
              <a:t>세 번째 숫자</a:t>
            </a:r>
            <a:r>
              <a:rPr lang="en-US" altLang="ko-KR" sz="2000" dirty="0">
                <a:effectLst/>
              </a:rPr>
              <a:t>: "</a:t>
            </a:r>
            <a:r>
              <a:rPr lang="en-US" altLang="ko-KR" sz="2000" dirty="0"/>
              <a:t>)</a:t>
            </a:r>
            <a:r>
              <a:rPr lang="en-US" altLang="ko-KR" sz="2000" dirty="0">
                <a:effectLst/>
              </a:rPr>
              <a:t>;</a:t>
            </a:r>
            <a:br>
              <a:rPr lang="en-US" altLang="ko-KR" sz="2000" dirty="0">
                <a:effectLst/>
              </a:rPr>
            </a:br>
            <a:r>
              <a:rPr lang="en-US" altLang="ko-KR" sz="2000" dirty="0">
                <a:effectLst/>
              </a:rPr>
              <a:t>        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num3 = </a:t>
            </a:r>
            <a:r>
              <a:rPr lang="en-US" sz="2000" dirty="0" err="1"/>
              <a:t>scanner.nextDouble</a:t>
            </a:r>
            <a:r>
              <a:rPr lang="en-US" sz="2000" dirty="0"/>
              <a:t>()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out</a:t>
            </a:r>
            <a:r>
              <a:rPr lang="en-US" sz="2000" dirty="0" err="1"/>
              <a:t>.print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"</a:t>
            </a:r>
            <a:r>
              <a:rPr lang="ko-KR" altLang="en-US" sz="2000" dirty="0">
                <a:effectLst/>
              </a:rPr>
              <a:t>네 번째 숫자</a:t>
            </a:r>
            <a:r>
              <a:rPr lang="en-US" altLang="ko-KR" sz="2000" dirty="0">
                <a:effectLst/>
              </a:rPr>
              <a:t>: "</a:t>
            </a:r>
            <a:r>
              <a:rPr lang="en-US" altLang="ko-KR" sz="2000" dirty="0"/>
              <a:t>)</a:t>
            </a:r>
            <a:r>
              <a:rPr lang="en-US" altLang="ko-KR" sz="2000" dirty="0">
                <a:effectLst/>
              </a:rPr>
              <a:t>;</a:t>
            </a:r>
            <a:br>
              <a:rPr lang="en-US" altLang="ko-KR" sz="2000" dirty="0">
                <a:effectLst/>
              </a:rPr>
            </a:br>
            <a:r>
              <a:rPr lang="en-US" altLang="ko-KR" sz="2000" dirty="0">
                <a:effectLst/>
              </a:rPr>
              <a:t>        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num4 = </a:t>
            </a:r>
            <a:r>
              <a:rPr lang="en-US" sz="2000" dirty="0" err="1"/>
              <a:t>scanner.nextDouble</a:t>
            </a:r>
            <a:r>
              <a:rPr lang="en-US" sz="2000" dirty="0"/>
              <a:t>()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double </a:t>
            </a:r>
            <a:r>
              <a:rPr lang="en-US" sz="2000" dirty="0" err="1"/>
              <a:t>maxResult</a:t>
            </a:r>
            <a:r>
              <a:rPr lang="en-US" sz="2000" dirty="0"/>
              <a:t> = </a:t>
            </a:r>
            <a:r>
              <a:rPr lang="en-US" sz="2000" i="1" dirty="0">
                <a:effectLst/>
              </a:rPr>
              <a:t>max4</a:t>
            </a:r>
            <a:r>
              <a:rPr lang="en-US" sz="2000" dirty="0"/>
              <a:t>(num1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num2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num3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num4)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System.</a:t>
            </a:r>
            <a:r>
              <a:rPr lang="en-US" sz="2000" i="1" dirty="0" err="1">
                <a:effectLst/>
              </a:rPr>
              <a:t>out</a:t>
            </a:r>
            <a:r>
              <a:rPr lang="en-US" sz="2000" dirty="0" err="1"/>
              <a:t>.println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"4</a:t>
            </a:r>
            <a:r>
              <a:rPr lang="ko-KR" altLang="en-US" sz="2000" dirty="0">
                <a:effectLst/>
              </a:rPr>
              <a:t>개의 숫자 중에서 가장 큰 수는</a:t>
            </a:r>
            <a:r>
              <a:rPr lang="en-US" altLang="ko-KR" sz="2000" dirty="0">
                <a:effectLst/>
              </a:rPr>
              <a:t>: " </a:t>
            </a:r>
            <a:r>
              <a:rPr lang="en-US" altLang="ko-KR" sz="2000" dirty="0"/>
              <a:t>+ </a:t>
            </a:r>
            <a:r>
              <a:rPr lang="en-US" sz="2000" dirty="0" err="1"/>
              <a:t>maxResult</a:t>
            </a:r>
            <a:r>
              <a:rPr lang="en-US" sz="2000" dirty="0"/>
              <a:t>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</a:t>
            </a:r>
            <a:r>
              <a:rPr lang="en-US" sz="2000" dirty="0" err="1"/>
              <a:t>scanner.close</a:t>
            </a:r>
            <a:r>
              <a:rPr lang="en-US" sz="2000" dirty="0"/>
              <a:t>()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</a:t>
            </a:r>
            <a:r>
              <a:rPr lang="en-US" sz="2000" dirty="0"/>
              <a:t>}</a:t>
            </a:r>
            <a:br>
              <a:rPr lang="en-US" sz="2000" dirty="0"/>
            </a:br>
            <a:r>
              <a:rPr lang="en-US" sz="2000" dirty="0"/>
              <a:t>    </a:t>
            </a:r>
            <a:r>
              <a:rPr lang="en-US" sz="2000" dirty="0">
                <a:effectLst/>
              </a:rPr>
              <a:t>public static double max4</a:t>
            </a:r>
            <a:r>
              <a:rPr lang="en-US" sz="2000" dirty="0"/>
              <a:t>(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a</a:t>
            </a:r>
            <a:r>
              <a:rPr lang="en-US" sz="2000" dirty="0">
                <a:effectLst/>
              </a:rPr>
              <a:t>, double </a:t>
            </a:r>
            <a:r>
              <a:rPr lang="en-US" sz="2000" dirty="0"/>
              <a:t>b</a:t>
            </a:r>
            <a:r>
              <a:rPr lang="en-US" sz="2000" dirty="0">
                <a:effectLst/>
              </a:rPr>
              <a:t>, double </a:t>
            </a:r>
            <a:r>
              <a:rPr lang="en-US" sz="2000" dirty="0"/>
              <a:t>c</a:t>
            </a:r>
            <a:r>
              <a:rPr lang="en-US" sz="2000" dirty="0">
                <a:effectLst/>
              </a:rPr>
              <a:t>, double </a:t>
            </a:r>
            <a:r>
              <a:rPr lang="en-US" sz="2000" dirty="0"/>
              <a:t>d) {</a:t>
            </a:r>
            <a:br>
              <a:rPr lang="en-US" sz="2000" dirty="0"/>
            </a:br>
            <a:r>
              <a:rPr lang="en-US" sz="2000" dirty="0"/>
              <a:t>        </a:t>
            </a:r>
            <a:r>
              <a:rPr lang="en-US" sz="2000" dirty="0">
                <a:effectLst/>
              </a:rPr>
              <a:t>double </a:t>
            </a:r>
            <a:r>
              <a:rPr lang="en-US" sz="2000" dirty="0"/>
              <a:t>max1 = </a:t>
            </a:r>
            <a:r>
              <a:rPr lang="en-US" sz="2000" dirty="0" err="1"/>
              <a:t>Math.</a:t>
            </a:r>
            <a:r>
              <a:rPr lang="en-US" sz="2000" i="1" dirty="0" err="1">
                <a:effectLst/>
              </a:rPr>
              <a:t>max</a:t>
            </a:r>
            <a:r>
              <a:rPr lang="en-US" sz="2000" dirty="0"/>
              <a:t>(a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b)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double </a:t>
            </a:r>
            <a:r>
              <a:rPr lang="en-US" sz="2000" dirty="0"/>
              <a:t>max2 = </a:t>
            </a:r>
            <a:r>
              <a:rPr lang="en-US" sz="2000" dirty="0" err="1"/>
              <a:t>Math.</a:t>
            </a:r>
            <a:r>
              <a:rPr lang="en-US" sz="2000" i="1" dirty="0" err="1">
                <a:effectLst/>
              </a:rPr>
              <a:t>max</a:t>
            </a:r>
            <a:r>
              <a:rPr lang="en-US" sz="2000" dirty="0"/>
              <a:t>(c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d)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    return </a:t>
            </a:r>
            <a:r>
              <a:rPr lang="en-US" sz="2000" dirty="0" err="1"/>
              <a:t>Math.</a:t>
            </a:r>
            <a:r>
              <a:rPr lang="en-US" sz="2000" i="1" dirty="0" err="1">
                <a:effectLst/>
              </a:rPr>
              <a:t>max</a:t>
            </a:r>
            <a:r>
              <a:rPr lang="en-US" sz="2000" dirty="0"/>
              <a:t>(max1</a:t>
            </a:r>
            <a:r>
              <a:rPr lang="en-US" sz="2000" dirty="0">
                <a:effectLst/>
              </a:rPr>
              <a:t>, </a:t>
            </a:r>
            <a:r>
              <a:rPr lang="en-US" sz="2000" dirty="0"/>
              <a:t>max2)</a:t>
            </a:r>
            <a:r>
              <a:rPr lang="en-US" sz="2000" dirty="0">
                <a:effectLst/>
              </a:rPr>
              <a:t>;</a:t>
            </a:r>
            <a:br>
              <a:rPr lang="en-US" sz="2000" dirty="0">
                <a:effectLst/>
              </a:rPr>
            </a:br>
            <a:r>
              <a:rPr lang="en-US" sz="2000" dirty="0">
                <a:effectLst/>
              </a:rPr>
              <a:t>    </a:t>
            </a:r>
            <a:r>
              <a:rPr lang="en-US" sz="2000" dirty="0"/>
              <a:t>}</a:t>
            </a:r>
            <a:br>
              <a:rPr lang="en-US" sz="2000" dirty="0"/>
            </a:br>
            <a:r>
              <a:rPr lang="en-US" sz="2000" dirty="0"/>
              <a:t>}</a:t>
            </a:r>
            <a:br>
              <a:rPr lang="en-US" sz="1300" dirty="0"/>
            </a:br>
            <a:br>
              <a:rPr lang="en-US" sz="900" dirty="0"/>
            </a:b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35847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888EF-D08C-46D5-626D-5EC637D77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1390" y="238170"/>
            <a:ext cx="3684309" cy="63852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Report 2 </a:t>
            </a:r>
            <a:r>
              <a:rPr lang="ko-KR" altLang="en-US" sz="3200" dirty="0"/>
              <a:t>결과 화면</a:t>
            </a:r>
            <a:endParaRPr lang="en-US" sz="3200" dirty="0"/>
          </a:p>
        </p:txBody>
      </p:sp>
      <p:pic>
        <p:nvPicPr>
          <p:cNvPr id="5" name="Объект 4" descr="Изображение выглядит как программное обеспечение, Мультимедийное программное обеспечение, Графическое программное обеспечение, текст&#10;&#10;Автоматически созданное описание">
            <a:extLst>
              <a:ext uri="{FF2B5EF4-FFF2-40B4-BE49-F238E27FC236}">
                <a16:creationId xmlns:a16="http://schemas.microsoft.com/office/drawing/2014/main" id="{E5A372FD-AACB-4AA7-C331-1A4D7B287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675" r="17922" b="-2"/>
          <a:stretch/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B3527C1A-F710-5B4C-F790-B6CA31F93FA6}"/>
              </a:ext>
            </a:extLst>
          </p:cNvPr>
          <p:cNvSpPr txBox="1"/>
          <p:nvPr/>
        </p:nvSpPr>
        <p:spPr>
          <a:xfrm>
            <a:off x="7770836" y="1705084"/>
            <a:ext cx="3405415" cy="3447832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dirty="0">
                <a:effectLst/>
              </a:rPr>
              <a:t>import </a:t>
            </a:r>
            <a:r>
              <a:rPr lang="en-US" sz="1000" dirty="0" err="1"/>
              <a:t>java.util.Scanner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public class </a:t>
            </a:r>
            <a:r>
              <a:rPr lang="en-US" sz="1000" dirty="0" err="1"/>
              <a:t>LeapYearEvaluator</a:t>
            </a:r>
            <a:r>
              <a:rPr lang="en-US" sz="1000" dirty="0"/>
              <a:t> {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>
                <a:effectLst/>
              </a:rPr>
              <a:t>public static void main</a:t>
            </a:r>
            <a:r>
              <a:rPr lang="en-US" sz="1000" dirty="0"/>
              <a:t>(String[] </a:t>
            </a:r>
            <a:r>
              <a:rPr lang="en-US" sz="1000" dirty="0" err="1"/>
              <a:t>args</a:t>
            </a:r>
            <a:r>
              <a:rPr lang="en-US" sz="1000" dirty="0"/>
              <a:t>) {</a:t>
            </a:r>
            <a:br>
              <a:rPr lang="en-US" sz="1000" dirty="0"/>
            </a:br>
            <a:r>
              <a:rPr lang="en-US" sz="1000" dirty="0"/>
              <a:t>        Scanner scanner = </a:t>
            </a:r>
            <a:r>
              <a:rPr lang="en-US" sz="1000" dirty="0">
                <a:effectLst/>
              </a:rPr>
              <a:t>new </a:t>
            </a:r>
            <a:r>
              <a:rPr lang="en-US" sz="1000" dirty="0"/>
              <a:t>Scanner(</a:t>
            </a:r>
            <a:r>
              <a:rPr lang="en-US" sz="1000" dirty="0" err="1"/>
              <a:t>System.</a:t>
            </a:r>
            <a:r>
              <a:rPr lang="en-US" sz="1000" i="1" dirty="0" err="1">
                <a:effectLst/>
              </a:rPr>
              <a:t>in</a:t>
            </a:r>
            <a:r>
              <a:rPr lang="en-US" sz="1000" dirty="0"/>
              <a:t>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    </a:t>
            </a:r>
            <a:r>
              <a:rPr lang="en-US" sz="1000" dirty="0" err="1"/>
              <a:t>System.</a:t>
            </a:r>
            <a:r>
              <a:rPr lang="en-US" sz="1000" i="1" dirty="0" err="1">
                <a:effectLst/>
              </a:rPr>
              <a:t>out</a:t>
            </a:r>
            <a:r>
              <a:rPr lang="en-US" sz="1000" dirty="0" err="1"/>
              <a:t>.print</a:t>
            </a:r>
            <a:r>
              <a:rPr lang="en-US" sz="1000" dirty="0"/>
              <a:t>(</a:t>
            </a:r>
            <a:r>
              <a:rPr lang="en-US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학번을 입력하세요</a:t>
            </a:r>
            <a:r>
              <a:rPr lang="en-US" altLang="ko-KR" sz="1000" dirty="0">
                <a:effectLst/>
              </a:rPr>
              <a:t>: "</a:t>
            </a:r>
            <a:r>
              <a:rPr lang="en-US" altLang="ko-KR" sz="1000" dirty="0"/>
              <a:t>)</a:t>
            </a:r>
            <a:r>
              <a:rPr lang="en-US" altLang="ko-KR" sz="1000" dirty="0">
                <a:effectLst/>
              </a:rPr>
              <a:t>;</a:t>
            </a:r>
            <a:br>
              <a:rPr lang="en-US" altLang="ko-KR" sz="1000" dirty="0">
                <a:effectLst/>
              </a:rPr>
            </a:br>
            <a:r>
              <a:rPr lang="en-US" altLang="ko-KR" sz="1000" dirty="0">
                <a:effectLst/>
              </a:rPr>
              <a:t>        </a:t>
            </a:r>
            <a:r>
              <a:rPr lang="en-US" sz="1000" dirty="0">
                <a:effectLst/>
              </a:rPr>
              <a:t>int </a:t>
            </a:r>
            <a:r>
              <a:rPr lang="en-US" sz="1000" dirty="0" err="1"/>
              <a:t>studentNumber</a:t>
            </a:r>
            <a:r>
              <a:rPr lang="en-US" sz="1000" dirty="0"/>
              <a:t> = </a:t>
            </a:r>
            <a:r>
              <a:rPr lang="en-US" sz="1000" dirty="0" err="1"/>
              <a:t>scanner.nextInt</a:t>
            </a:r>
            <a:r>
              <a:rPr lang="en-US" sz="1000" dirty="0"/>
              <a:t>()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    </a:t>
            </a:r>
            <a:r>
              <a:rPr lang="en-US" sz="1000" dirty="0" err="1"/>
              <a:t>System.</a:t>
            </a:r>
            <a:r>
              <a:rPr lang="en-US" sz="1000" i="1" dirty="0" err="1">
                <a:effectLst/>
              </a:rPr>
              <a:t>out</a:t>
            </a:r>
            <a:r>
              <a:rPr lang="en-US" sz="1000" dirty="0" err="1"/>
              <a:t>.print</a:t>
            </a:r>
            <a:r>
              <a:rPr lang="en-US" sz="1000" dirty="0"/>
              <a:t>(</a:t>
            </a:r>
            <a:r>
              <a:rPr lang="en-US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년도를 입력하세요</a:t>
            </a:r>
            <a:r>
              <a:rPr lang="en-US" altLang="ko-KR" sz="1000" dirty="0">
                <a:effectLst/>
              </a:rPr>
              <a:t>: "</a:t>
            </a:r>
            <a:r>
              <a:rPr lang="en-US" altLang="ko-KR" sz="1000" dirty="0"/>
              <a:t>)</a:t>
            </a:r>
            <a:r>
              <a:rPr lang="en-US" altLang="ko-KR" sz="1000" dirty="0">
                <a:effectLst/>
              </a:rPr>
              <a:t>;</a:t>
            </a:r>
            <a:br>
              <a:rPr lang="en-US" altLang="ko-KR" sz="1000" dirty="0">
                <a:effectLst/>
              </a:rPr>
            </a:br>
            <a:r>
              <a:rPr lang="en-US" altLang="ko-KR" sz="1000" dirty="0">
                <a:effectLst/>
              </a:rPr>
              <a:t>        </a:t>
            </a:r>
            <a:r>
              <a:rPr lang="en-US" sz="1000" dirty="0">
                <a:effectLst/>
              </a:rPr>
              <a:t>int </a:t>
            </a:r>
            <a:r>
              <a:rPr lang="en-US" sz="1000" dirty="0"/>
              <a:t>year = </a:t>
            </a:r>
            <a:r>
              <a:rPr lang="en-US" sz="1000" dirty="0" err="1"/>
              <a:t>scanner.nextInt</a:t>
            </a:r>
            <a:r>
              <a:rPr lang="en-US" sz="1000" dirty="0"/>
              <a:t>()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    </a:t>
            </a:r>
            <a:r>
              <a:rPr lang="en-US" sz="1000" dirty="0" err="1">
                <a:effectLst/>
              </a:rPr>
              <a:t>boolean</a:t>
            </a:r>
            <a:r>
              <a:rPr lang="en-US" sz="1000" dirty="0">
                <a:effectLst/>
              </a:rPr>
              <a:t> </a:t>
            </a:r>
            <a:r>
              <a:rPr lang="en-US" sz="1000" dirty="0" err="1"/>
              <a:t>isLeapYear</a:t>
            </a:r>
            <a:r>
              <a:rPr lang="en-US" sz="1000" dirty="0"/>
              <a:t> = </a:t>
            </a:r>
            <a:r>
              <a:rPr lang="en-US" sz="1000" i="1" dirty="0" err="1">
                <a:effectLst/>
              </a:rPr>
              <a:t>leapYear</a:t>
            </a:r>
            <a:r>
              <a:rPr lang="en-US" sz="1000" dirty="0"/>
              <a:t>(year</a:t>
            </a:r>
            <a:r>
              <a:rPr lang="en-US" sz="1000" dirty="0">
                <a:effectLst/>
              </a:rPr>
              <a:t>, </a:t>
            </a:r>
            <a:r>
              <a:rPr lang="en-US" sz="1000" dirty="0" err="1"/>
              <a:t>studentNumber</a:t>
            </a:r>
            <a:r>
              <a:rPr lang="en-US" sz="1000" dirty="0"/>
              <a:t>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    </a:t>
            </a:r>
            <a:r>
              <a:rPr lang="en-US" sz="1000" dirty="0" err="1"/>
              <a:t>System.</a:t>
            </a:r>
            <a:r>
              <a:rPr lang="en-US" sz="1000" i="1" dirty="0" err="1">
                <a:effectLst/>
              </a:rPr>
              <a:t>out</a:t>
            </a:r>
            <a:r>
              <a:rPr lang="en-US" sz="1000" dirty="0" err="1"/>
              <a:t>.println</a:t>
            </a:r>
            <a:r>
              <a:rPr lang="en-US" sz="1000" dirty="0"/>
              <a:t>(year + </a:t>
            </a:r>
            <a:r>
              <a:rPr lang="en-US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년은</a:t>
            </a:r>
            <a:r>
              <a:rPr lang="en-US" altLang="ko-KR" sz="1000" dirty="0">
                <a:effectLst/>
              </a:rPr>
              <a:t> " </a:t>
            </a:r>
            <a:r>
              <a:rPr lang="en-US" altLang="ko-KR" sz="1000" dirty="0"/>
              <a:t>+ (</a:t>
            </a:r>
            <a:r>
              <a:rPr lang="en-US" sz="1000" dirty="0" err="1"/>
              <a:t>isLeapYear</a:t>
            </a:r>
            <a:r>
              <a:rPr lang="en-US" sz="1000" dirty="0"/>
              <a:t> ? </a:t>
            </a:r>
            <a:r>
              <a:rPr lang="en-US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윤년</a:t>
            </a:r>
            <a:r>
              <a:rPr lang="en-US" altLang="ko-KR" sz="1000" dirty="0">
                <a:effectLst/>
              </a:rPr>
              <a:t>" </a:t>
            </a:r>
            <a:r>
              <a:rPr lang="en-US" altLang="ko-KR" sz="1000" dirty="0"/>
              <a:t>: </a:t>
            </a:r>
            <a:r>
              <a:rPr lang="en-US" altLang="ko-KR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평년</a:t>
            </a:r>
            <a:r>
              <a:rPr lang="en-US" altLang="ko-KR" sz="1000" dirty="0">
                <a:effectLst/>
              </a:rPr>
              <a:t>"</a:t>
            </a:r>
            <a:r>
              <a:rPr lang="en-US" altLang="ko-KR" sz="1000" dirty="0"/>
              <a:t>) + </a:t>
            </a:r>
            <a:r>
              <a:rPr lang="en-US" altLang="ko-KR" sz="1000" dirty="0">
                <a:effectLst/>
              </a:rPr>
              <a:t>"</a:t>
            </a:r>
            <a:r>
              <a:rPr lang="ko-KR" altLang="en-US" sz="1000" dirty="0">
                <a:effectLst/>
              </a:rPr>
              <a:t>입니다</a:t>
            </a:r>
            <a:r>
              <a:rPr lang="en-US" altLang="ko-KR" sz="1000" dirty="0">
                <a:effectLst/>
              </a:rPr>
              <a:t>."</a:t>
            </a:r>
            <a:r>
              <a:rPr lang="en-US" altLang="ko-KR" sz="1000" dirty="0"/>
              <a:t>)</a:t>
            </a:r>
            <a:r>
              <a:rPr lang="en-US" altLang="ko-KR" sz="1000" dirty="0">
                <a:effectLst/>
              </a:rPr>
              <a:t>;</a:t>
            </a:r>
            <a:br>
              <a:rPr lang="en-US" altLang="ko-KR" sz="1000" dirty="0">
                <a:effectLst/>
              </a:rPr>
            </a:br>
            <a:br>
              <a:rPr lang="en-US" altLang="ko-KR" sz="1000" dirty="0">
                <a:effectLst/>
              </a:rPr>
            </a:br>
            <a:r>
              <a:rPr lang="en-US" altLang="ko-KR" sz="1000" dirty="0">
                <a:effectLst/>
              </a:rPr>
              <a:t>        </a:t>
            </a:r>
            <a:r>
              <a:rPr lang="en-US" sz="1000" dirty="0" err="1"/>
              <a:t>scanner.close</a:t>
            </a:r>
            <a:r>
              <a:rPr lang="en-US" sz="1000" dirty="0"/>
              <a:t>()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</a:t>
            </a:r>
            <a:r>
              <a:rPr lang="en-US" sz="1000" dirty="0"/>
              <a:t>}</a:t>
            </a:r>
            <a:br>
              <a:rPr lang="en-US" sz="1000" dirty="0"/>
            </a:br>
            <a:r>
              <a:rPr lang="en-US" sz="1000" dirty="0"/>
              <a:t>    </a:t>
            </a:r>
            <a:r>
              <a:rPr lang="en-US" sz="1000" dirty="0">
                <a:effectLst/>
              </a:rPr>
              <a:t>public static </a:t>
            </a:r>
            <a:r>
              <a:rPr lang="en-US" sz="1000" dirty="0" err="1">
                <a:effectLst/>
              </a:rPr>
              <a:t>boolean</a:t>
            </a:r>
            <a:r>
              <a:rPr lang="en-US" sz="1000" dirty="0">
                <a:effectLst/>
              </a:rPr>
              <a:t> </a:t>
            </a:r>
            <a:r>
              <a:rPr lang="en-US" sz="1000" dirty="0" err="1">
                <a:effectLst/>
              </a:rPr>
              <a:t>leapYear</a:t>
            </a:r>
            <a:r>
              <a:rPr lang="en-US" sz="1000" dirty="0"/>
              <a:t>(</a:t>
            </a:r>
            <a:r>
              <a:rPr lang="en-US" sz="1000" dirty="0">
                <a:effectLst/>
              </a:rPr>
              <a:t>int </a:t>
            </a:r>
            <a:r>
              <a:rPr lang="en-US" sz="1000" dirty="0"/>
              <a:t>year</a:t>
            </a:r>
            <a:r>
              <a:rPr lang="en-US" sz="1000" dirty="0">
                <a:effectLst/>
              </a:rPr>
              <a:t>, int </a:t>
            </a:r>
            <a:r>
              <a:rPr lang="en-US" sz="1000" dirty="0" err="1"/>
              <a:t>studentNumber</a:t>
            </a:r>
            <a:r>
              <a:rPr lang="en-US" sz="1000" dirty="0"/>
              <a:t>) {</a:t>
            </a:r>
            <a:br>
              <a:rPr lang="en-US" sz="1000" dirty="0"/>
            </a:br>
            <a:r>
              <a:rPr lang="en-US" sz="1000" dirty="0"/>
              <a:t>        </a:t>
            </a:r>
            <a:r>
              <a:rPr lang="en-US" sz="1000" dirty="0" err="1">
                <a:effectLst/>
              </a:rPr>
              <a:t>boolean</a:t>
            </a:r>
            <a:r>
              <a:rPr lang="en-US" sz="1000" dirty="0">
                <a:effectLst/>
              </a:rPr>
              <a:t> </a:t>
            </a:r>
            <a:r>
              <a:rPr lang="en-US" sz="1000" dirty="0" err="1"/>
              <a:t>isLeapYearCondition</a:t>
            </a:r>
            <a:r>
              <a:rPr lang="en-US" sz="1000" dirty="0"/>
              <a:t> = (year % </a:t>
            </a:r>
            <a:r>
              <a:rPr lang="en-US" sz="1000" dirty="0">
                <a:effectLst/>
              </a:rPr>
              <a:t>4 </a:t>
            </a:r>
            <a:r>
              <a:rPr lang="en-US" sz="1000" dirty="0"/>
              <a:t>== </a:t>
            </a:r>
            <a:r>
              <a:rPr lang="en-US" sz="1000" dirty="0">
                <a:effectLst/>
              </a:rPr>
              <a:t>0</a:t>
            </a:r>
            <a:r>
              <a:rPr lang="en-US" sz="1000" dirty="0"/>
              <a:t>) &amp;&amp; ((year % </a:t>
            </a:r>
            <a:r>
              <a:rPr lang="en-US" sz="1000" dirty="0">
                <a:effectLst/>
              </a:rPr>
              <a:t>100 </a:t>
            </a:r>
            <a:r>
              <a:rPr lang="en-US" sz="1000" dirty="0"/>
              <a:t>!= </a:t>
            </a:r>
            <a:r>
              <a:rPr lang="en-US" sz="1000" dirty="0">
                <a:effectLst/>
              </a:rPr>
              <a:t>0</a:t>
            </a:r>
            <a:r>
              <a:rPr lang="en-US" sz="1000" dirty="0"/>
              <a:t>) || (year % </a:t>
            </a:r>
            <a:r>
              <a:rPr lang="en-US" sz="1000" dirty="0">
                <a:effectLst/>
              </a:rPr>
              <a:t>400 </a:t>
            </a:r>
            <a:r>
              <a:rPr lang="en-US" sz="1000" dirty="0"/>
              <a:t>== </a:t>
            </a:r>
            <a:r>
              <a:rPr lang="en-US" sz="1000" dirty="0">
                <a:effectLst/>
              </a:rPr>
              <a:t>0</a:t>
            </a:r>
            <a:r>
              <a:rPr lang="en-US" sz="1000" dirty="0"/>
              <a:t>))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    return </a:t>
            </a:r>
            <a:r>
              <a:rPr lang="en-US" sz="1000" dirty="0" err="1"/>
              <a:t>studentNumber</a:t>
            </a:r>
            <a:r>
              <a:rPr lang="en-US" sz="1000" dirty="0"/>
              <a:t> % </a:t>
            </a:r>
            <a:r>
              <a:rPr lang="en-US" sz="1000" dirty="0">
                <a:effectLst/>
              </a:rPr>
              <a:t>2 </a:t>
            </a:r>
            <a:r>
              <a:rPr lang="en-US" sz="1000" dirty="0"/>
              <a:t>== </a:t>
            </a:r>
            <a:r>
              <a:rPr lang="en-US" sz="1000" dirty="0">
                <a:effectLst/>
              </a:rPr>
              <a:t>0 </a:t>
            </a:r>
            <a:r>
              <a:rPr lang="en-US" sz="1000" dirty="0"/>
              <a:t>|| </a:t>
            </a:r>
            <a:r>
              <a:rPr lang="en-US" sz="1000" dirty="0" err="1"/>
              <a:t>isLeapYearCondition</a:t>
            </a:r>
            <a:r>
              <a:rPr lang="en-US" sz="1000" dirty="0">
                <a:effectLst/>
              </a:rPr>
              <a:t>;</a:t>
            </a:r>
            <a:br>
              <a:rPr lang="en-US" sz="1000" dirty="0">
                <a:effectLst/>
              </a:rPr>
            </a:br>
            <a:r>
              <a:rPr lang="en-US" sz="1000" dirty="0">
                <a:effectLst/>
              </a:rPr>
              <a:t>    </a:t>
            </a:r>
            <a:r>
              <a:rPr lang="en-US" sz="1000" dirty="0"/>
              <a:t>}</a:t>
            </a:r>
            <a:br>
              <a:rPr lang="en-US" sz="1000" dirty="0"/>
            </a:br>
            <a:r>
              <a:rPr lang="en-US" sz="1000" dirty="0"/>
              <a:t>}</a:t>
            </a:r>
            <a:br>
              <a:rPr lang="en-US" sz="1000" dirty="0"/>
            </a:b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705957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747E8-7B3E-91B1-333C-39C31B535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979" y="330331"/>
            <a:ext cx="3602013" cy="54708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 dirty="0"/>
              <a:t>Report 3 </a:t>
            </a:r>
            <a:r>
              <a:rPr lang="ko-KR" altLang="en-US" sz="3200" dirty="0"/>
              <a:t>결과 화면</a:t>
            </a:r>
            <a:endParaRPr lang="en-US" sz="3200" dirty="0"/>
          </a:p>
        </p:txBody>
      </p:sp>
      <p:pic>
        <p:nvPicPr>
          <p:cNvPr id="5" name="Объект 4" descr="Изображение выглядит как программное обеспечение, Мультимедийное программное обеспечение, текст, Графическое программное обеспечение&#10;&#10;Автоматически созданное описание">
            <a:extLst>
              <a:ext uri="{FF2B5EF4-FFF2-40B4-BE49-F238E27FC236}">
                <a16:creationId xmlns:a16="http://schemas.microsoft.com/office/drawing/2014/main" id="{AA0B3A38-DD44-7A02-8C80-8FB84097E2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389" r="17208" b="-2"/>
          <a:stretch/>
        </p:blipFill>
        <p:spPr>
          <a:xfrm>
            <a:off x="884698" y="877413"/>
            <a:ext cx="6406903" cy="5043096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E589684-54CA-64D8-C963-5F19FF75B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84697" y="5858828"/>
            <a:ext cx="6406903" cy="123363"/>
            <a:chOff x="7015162" y="5858828"/>
            <a:chExt cx="4300544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B56B8E8-B789-DA4D-E4BE-03FA3165B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03753" y="3770237"/>
              <a:ext cx="123362" cy="4300544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55D907-377D-0DF9-B4A4-4B44C46FB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209789" y="4876274"/>
              <a:ext cx="123362" cy="2088471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9517A8B-5B46-18E9-7FCA-E97C345B7196}"/>
              </a:ext>
            </a:extLst>
          </p:cNvPr>
          <p:cNvSpPr txBox="1"/>
          <p:nvPr/>
        </p:nvSpPr>
        <p:spPr>
          <a:xfrm>
            <a:off x="7505323" y="877412"/>
            <a:ext cx="3735323" cy="534050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25000" lnSpcReduction="2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3200" dirty="0">
                <a:effectLst/>
              </a:rPr>
              <a:t>import </a:t>
            </a:r>
            <a:r>
              <a:rPr lang="en-US" sz="3200" dirty="0" err="1"/>
              <a:t>java.text.DecimalFormat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import </a:t>
            </a:r>
            <a:r>
              <a:rPr lang="en-US" sz="3200" dirty="0" err="1"/>
              <a:t>java.util.Scanner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public class </a:t>
            </a:r>
            <a:r>
              <a:rPr lang="en-US" sz="3200" dirty="0" err="1"/>
              <a:t>AmountToKorean</a:t>
            </a:r>
            <a:r>
              <a:rPr lang="en-US" sz="3200" dirty="0"/>
              <a:t> {</a:t>
            </a:r>
            <a:br>
              <a:rPr lang="en-US" sz="3200" dirty="0"/>
            </a:br>
            <a:r>
              <a:rPr lang="en-US" sz="3200" dirty="0"/>
              <a:t>    </a:t>
            </a:r>
            <a:r>
              <a:rPr lang="en-US" sz="3200" dirty="0">
                <a:effectLst/>
              </a:rPr>
              <a:t>public static void main</a:t>
            </a:r>
            <a:r>
              <a:rPr lang="en-US" sz="3200" dirty="0"/>
              <a:t>(String[] </a:t>
            </a:r>
            <a:r>
              <a:rPr lang="en-US" sz="3200" dirty="0" err="1"/>
              <a:t>args</a:t>
            </a:r>
            <a:r>
              <a:rPr lang="en-US" sz="3200" dirty="0"/>
              <a:t>) {</a:t>
            </a:r>
            <a:br>
              <a:rPr lang="en-US" sz="3200" dirty="0"/>
            </a:br>
            <a:r>
              <a:rPr lang="en-US" sz="3200" dirty="0"/>
              <a:t>        Scanner scanner = </a:t>
            </a:r>
            <a:r>
              <a:rPr lang="en-US" sz="3200" dirty="0">
                <a:effectLst/>
              </a:rPr>
              <a:t>new </a:t>
            </a:r>
            <a:r>
              <a:rPr lang="en-US" sz="3200" dirty="0"/>
              <a:t>Scanner(</a:t>
            </a:r>
            <a:r>
              <a:rPr lang="en-US" sz="3200" dirty="0" err="1"/>
              <a:t>System.</a:t>
            </a:r>
            <a:r>
              <a:rPr lang="en-US" sz="3200" i="1" dirty="0" err="1">
                <a:effectLst/>
              </a:rPr>
              <a:t>in</a:t>
            </a:r>
            <a:r>
              <a:rPr lang="en-US" sz="3200" dirty="0"/>
              <a:t>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</a:t>
            </a:r>
            <a:r>
              <a:rPr lang="en-US" sz="3200" dirty="0" err="1"/>
              <a:t>System.</a:t>
            </a:r>
            <a:r>
              <a:rPr lang="en-US" sz="3200" i="1" dirty="0" err="1">
                <a:effectLst/>
              </a:rPr>
              <a:t>out</a:t>
            </a:r>
            <a:r>
              <a:rPr lang="en-US" sz="3200" dirty="0" err="1"/>
              <a:t>.print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"</a:t>
            </a:r>
            <a:r>
              <a:rPr lang="ko-KR" altLang="en-US" sz="3200" dirty="0">
                <a:effectLst/>
              </a:rPr>
              <a:t>금액 입력</a:t>
            </a:r>
            <a:r>
              <a:rPr lang="en-US" altLang="ko-KR" sz="3200" dirty="0">
                <a:effectLst/>
              </a:rPr>
              <a:t>: "</a:t>
            </a:r>
            <a:r>
              <a:rPr lang="en-US" altLang="ko-KR" sz="3200" dirty="0"/>
              <a:t>)</a:t>
            </a:r>
            <a:r>
              <a:rPr lang="en-US" altLang="ko-KR" sz="3200" dirty="0">
                <a:effectLst/>
              </a:rPr>
              <a:t>;</a:t>
            </a: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sz="3200" dirty="0">
                <a:effectLst/>
              </a:rPr>
              <a:t>long </a:t>
            </a:r>
            <a:r>
              <a:rPr lang="en-US" sz="3200" dirty="0"/>
              <a:t>amount = </a:t>
            </a:r>
            <a:r>
              <a:rPr lang="en-US" sz="3200" dirty="0" err="1"/>
              <a:t>scanner.nextLong</a:t>
            </a:r>
            <a:r>
              <a:rPr lang="en-US" sz="3200" dirty="0"/>
              <a:t>()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</a:t>
            </a:r>
            <a:r>
              <a:rPr lang="en-US" sz="3200" dirty="0"/>
              <a:t>String </a:t>
            </a:r>
            <a:r>
              <a:rPr lang="en-US" sz="3200" dirty="0" err="1"/>
              <a:t>koreanAmount</a:t>
            </a:r>
            <a:r>
              <a:rPr lang="en-US" sz="3200" dirty="0"/>
              <a:t> = </a:t>
            </a:r>
            <a:r>
              <a:rPr lang="en-US" sz="3200" i="1" dirty="0" err="1">
                <a:effectLst/>
              </a:rPr>
              <a:t>readKorean</a:t>
            </a:r>
            <a:r>
              <a:rPr lang="en-US" sz="3200" dirty="0"/>
              <a:t>(amount)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</a:t>
            </a:r>
            <a:r>
              <a:rPr lang="en-US" sz="3200" dirty="0"/>
              <a:t>String </a:t>
            </a:r>
            <a:r>
              <a:rPr lang="en-US" sz="3200" dirty="0" err="1"/>
              <a:t>formattedAmount</a:t>
            </a:r>
            <a:r>
              <a:rPr lang="en-US" sz="3200" dirty="0"/>
              <a:t> = </a:t>
            </a:r>
            <a:r>
              <a:rPr lang="en-US" sz="3200" i="1" dirty="0" err="1">
                <a:effectLst/>
              </a:rPr>
              <a:t>formatAmount</a:t>
            </a:r>
            <a:r>
              <a:rPr lang="en-US" sz="3200" dirty="0"/>
              <a:t>(amount)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</a:t>
            </a:r>
            <a:r>
              <a:rPr lang="en-US" sz="3200" dirty="0" err="1"/>
              <a:t>System.</a:t>
            </a:r>
            <a:r>
              <a:rPr lang="en-US" sz="3200" i="1" dirty="0" err="1">
                <a:effectLst/>
              </a:rPr>
              <a:t>out</a:t>
            </a:r>
            <a:r>
              <a:rPr lang="en-US" sz="3200" dirty="0" err="1"/>
              <a:t>.println</a:t>
            </a:r>
            <a:r>
              <a:rPr lang="en-US" sz="3200" dirty="0"/>
              <a:t>(</a:t>
            </a:r>
            <a:r>
              <a:rPr lang="en-US" sz="3200" dirty="0" err="1"/>
              <a:t>formattedAmount</a:t>
            </a:r>
            <a:r>
              <a:rPr lang="en-US" sz="3200" dirty="0"/>
              <a:t> + </a:t>
            </a:r>
            <a:r>
              <a:rPr lang="en-US" sz="3200" dirty="0">
                <a:effectLst/>
              </a:rPr>
              <a:t>"</a:t>
            </a:r>
            <a:r>
              <a:rPr lang="ko-KR" altLang="en-US" sz="3200" dirty="0">
                <a:effectLst/>
              </a:rPr>
              <a:t>는</a:t>
            </a:r>
            <a:r>
              <a:rPr lang="en-US" altLang="ko-KR" sz="3200" dirty="0">
                <a:effectLst/>
              </a:rPr>
              <a:t> " </a:t>
            </a:r>
            <a:r>
              <a:rPr lang="en-US" altLang="ko-KR" sz="3200" dirty="0"/>
              <a:t>+ </a:t>
            </a:r>
            <a:r>
              <a:rPr lang="en-US" sz="3200" dirty="0" err="1"/>
              <a:t>koreanAmount</a:t>
            </a:r>
            <a:r>
              <a:rPr lang="en-US" sz="3200" dirty="0"/>
              <a:t> + </a:t>
            </a:r>
            <a:r>
              <a:rPr lang="en-US" sz="3200" dirty="0">
                <a:effectLst/>
              </a:rPr>
              <a:t>"</a:t>
            </a:r>
            <a:r>
              <a:rPr lang="ko-KR" altLang="en-US" sz="3200" dirty="0">
                <a:effectLst/>
              </a:rPr>
              <a:t>원</a:t>
            </a:r>
            <a:r>
              <a:rPr lang="en-US" altLang="ko-KR" sz="3200" dirty="0">
                <a:effectLst/>
              </a:rPr>
              <a:t>"</a:t>
            </a:r>
            <a:r>
              <a:rPr lang="en-US" altLang="ko-KR" sz="3200" dirty="0"/>
              <a:t>)</a:t>
            </a:r>
            <a:r>
              <a:rPr lang="en-US" altLang="ko-KR" sz="3200" dirty="0">
                <a:effectLst/>
              </a:rPr>
              <a:t>;</a:t>
            </a: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sz="3200" dirty="0" err="1"/>
              <a:t>scanner.close</a:t>
            </a:r>
            <a:r>
              <a:rPr lang="en-US" sz="3200" dirty="0"/>
              <a:t>()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</a:t>
            </a: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>    </a:t>
            </a:r>
            <a:r>
              <a:rPr lang="en-US" sz="3200" dirty="0">
                <a:effectLst/>
              </a:rPr>
              <a:t>public static </a:t>
            </a:r>
            <a:r>
              <a:rPr lang="en-US" sz="3200" dirty="0"/>
              <a:t>String </a:t>
            </a:r>
            <a:r>
              <a:rPr lang="en-US" sz="3200" dirty="0" err="1">
                <a:effectLst/>
              </a:rPr>
              <a:t>readKorean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long </a:t>
            </a:r>
            <a:r>
              <a:rPr lang="en-US" sz="3200" dirty="0"/>
              <a:t>amount) {</a:t>
            </a:r>
            <a:br>
              <a:rPr lang="en-US" sz="3200" dirty="0"/>
            </a:br>
            <a:r>
              <a:rPr lang="en-US" sz="3200" dirty="0"/>
              <a:t>        </a:t>
            </a:r>
            <a:r>
              <a:rPr lang="en-US" sz="3200" dirty="0">
                <a:effectLst/>
              </a:rPr>
              <a:t>if </a:t>
            </a:r>
            <a:r>
              <a:rPr lang="en-US" sz="3200" dirty="0"/>
              <a:t>(amount == </a:t>
            </a:r>
            <a:r>
              <a:rPr lang="en-US" sz="3200" dirty="0">
                <a:effectLst/>
              </a:rPr>
              <a:t>0</a:t>
            </a:r>
            <a:r>
              <a:rPr lang="en-US" sz="3200" dirty="0"/>
              <a:t>) {</a:t>
            </a:r>
            <a:br>
              <a:rPr lang="en-US" sz="3200" dirty="0"/>
            </a:br>
            <a:r>
              <a:rPr lang="en-US" sz="3200" dirty="0"/>
              <a:t>            </a:t>
            </a:r>
            <a:r>
              <a:rPr lang="en-US" sz="3200" dirty="0">
                <a:effectLst/>
              </a:rPr>
              <a:t>return "</a:t>
            </a:r>
            <a:r>
              <a:rPr lang="ko-KR" altLang="en-US" sz="3200" dirty="0">
                <a:effectLst/>
              </a:rPr>
              <a:t>영</a:t>
            </a:r>
            <a:r>
              <a:rPr lang="en-US" altLang="ko-KR" sz="3200" dirty="0">
                <a:effectLst/>
              </a:rPr>
              <a:t>";</a:t>
            </a: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altLang="ko-KR" sz="3200" dirty="0"/>
              <a:t>}</a:t>
            </a:r>
            <a:br>
              <a:rPr lang="en-US" altLang="ko-KR" sz="3200" dirty="0"/>
            </a:br>
            <a:br>
              <a:rPr lang="en-US" altLang="ko-KR" sz="3200" dirty="0"/>
            </a:br>
            <a:r>
              <a:rPr lang="en-US" altLang="ko-KR" sz="3200" dirty="0"/>
              <a:t>        </a:t>
            </a:r>
            <a:r>
              <a:rPr lang="en-US" sz="3200" dirty="0"/>
              <a:t>String[] unit1 = {</a:t>
            </a:r>
            <a:r>
              <a:rPr lang="en-US" sz="3200" dirty="0">
                <a:effectLst/>
              </a:rPr>
              <a:t>"", "</a:t>
            </a:r>
            <a:r>
              <a:rPr lang="ko-KR" altLang="en-US" sz="3200" dirty="0">
                <a:effectLst/>
              </a:rPr>
              <a:t>만</a:t>
            </a:r>
            <a:r>
              <a:rPr lang="en-US" altLang="ko-KR" sz="3200" dirty="0">
                <a:effectLst/>
              </a:rPr>
              <a:t> ", "</a:t>
            </a:r>
            <a:r>
              <a:rPr lang="ko-KR" altLang="en-US" sz="3200" dirty="0">
                <a:effectLst/>
              </a:rPr>
              <a:t>억</a:t>
            </a:r>
            <a:r>
              <a:rPr lang="en-US" altLang="ko-KR" sz="3200" dirty="0">
                <a:effectLst/>
              </a:rPr>
              <a:t> ", "</a:t>
            </a:r>
            <a:r>
              <a:rPr lang="ko-KR" altLang="en-US" sz="3200" dirty="0">
                <a:effectLst/>
              </a:rPr>
              <a:t>조</a:t>
            </a:r>
            <a:r>
              <a:rPr lang="en-US" altLang="ko-KR" sz="3200" dirty="0">
                <a:effectLst/>
              </a:rPr>
              <a:t> "</a:t>
            </a:r>
            <a:r>
              <a:rPr lang="en-US" altLang="ko-KR" sz="3200" dirty="0"/>
              <a:t>}</a:t>
            </a:r>
            <a:r>
              <a:rPr lang="en-US" altLang="ko-KR" sz="3200" dirty="0">
                <a:effectLst/>
              </a:rPr>
              <a:t>;</a:t>
            </a: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sz="3200" dirty="0"/>
              <a:t>String[] unit2 = {</a:t>
            </a:r>
            <a:r>
              <a:rPr lang="en-US" sz="3200" dirty="0">
                <a:effectLst/>
              </a:rPr>
              <a:t>"", "</a:t>
            </a:r>
            <a:r>
              <a:rPr lang="ko-KR" altLang="en-US" sz="3200" dirty="0">
                <a:effectLst/>
              </a:rPr>
              <a:t>십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백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천</a:t>
            </a:r>
            <a:r>
              <a:rPr lang="en-US" altLang="ko-KR" sz="3200" dirty="0">
                <a:effectLst/>
              </a:rPr>
              <a:t>"</a:t>
            </a:r>
            <a:r>
              <a:rPr lang="en-US" altLang="ko-KR" sz="3200" dirty="0"/>
              <a:t>}</a:t>
            </a:r>
            <a:r>
              <a:rPr lang="en-US" altLang="ko-KR" sz="3200" dirty="0">
                <a:effectLst/>
              </a:rPr>
              <a:t>;</a:t>
            </a:r>
            <a:br>
              <a:rPr lang="en-US" altLang="ko-KR" sz="3200" dirty="0">
                <a:effectLst/>
              </a:rPr>
            </a:b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sz="3200" dirty="0"/>
              <a:t>StringBuilder result = </a:t>
            </a:r>
            <a:r>
              <a:rPr lang="en-US" sz="3200" dirty="0">
                <a:effectLst/>
              </a:rPr>
              <a:t>new </a:t>
            </a:r>
            <a:r>
              <a:rPr lang="en-US" sz="3200" dirty="0"/>
              <a:t>StringBuilder()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int </a:t>
            </a:r>
            <a:r>
              <a:rPr lang="en-US" sz="3200" dirty="0"/>
              <a:t>unit1Index = </a:t>
            </a:r>
            <a:r>
              <a:rPr lang="en-US" sz="3200" dirty="0">
                <a:effectLst/>
              </a:rPr>
              <a:t>0;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while </a:t>
            </a:r>
            <a:r>
              <a:rPr lang="en-US" sz="3200" dirty="0"/>
              <a:t>(amount &gt; </a:t>
            </a:r>
            <a:r>
              <a:rPr lang="en-US" sz="3200" dirty="0">
                <a:effectLst/>
              </a:rPr>
              <a:t>0</a:t>
            </a:r>
            <a:r>
              <a:rPr lang="en-US" sz="3200" dirty="0"/>
              <a:t>) {</a:t>
            </a:r>
            <a:br>
              <a:rPr lang="en-US" sz="3200" dirty="0"/>
            </a:br>
            <a:r>
              <a:rPr lang="en-US" sz="3200" dirty="0"/>
              <a:t>            StringBuilder </a:t>
            </a:r>
            <a:r>
              <a:rPr lang="en-US" sz="3200" dirty="0" err="1"/>
              <a:t>blockResult</a:t>
            </a:r>
            <a:r>
              <a:rPr lang="en-US" sz="3200" dirty="0"/>
              <a:t> = </a:t>
            </a:r>
            <a:r>
              <a:rPr lang="en-US" sz="3200" dirty="0">
                <a:effectLst/>
              </a:rPr>
              <a:t>new </a:t>
            </a:r>
            <a:r>
              <a:rPr lang="en-US" sz="3200" dirty="0"/>
              <a:t>StringBuilder()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int </a:t>
            </a:r>
            <a:r>
              <a:rPr lang="en-US" sz="3200" dirty="0"/>
              <a:t>unit2Index = </a:t>
            </a:r>
            <a:r>
              <a:rPr lang="en-US" sz="3200" dirty="0">
                <a:effectLst/>
              </a:rPr>
              <a:t>0;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for 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int </a:t>
            </a:r>
            <a:r>
              <a:rPr lang="en-US" sz="3200" dirty="0" err="1"/>
              <a:t>i</a:t>
            </a:r>
            <a:r>
              <a:rPr lang="en-US" sz="3200" dirty="0"/>
              <a:t> = </a:t>
            </a:r>
            <a:r>
              <a:rPr lang="en-US" sz="3200" dirty="0">
                <a:effectLst/>
              </a:rPr>
              <a:t>0; </a:t>
            </a:r>
            <a:r>
              <a:rPr lang="en-US" sz="3200" dirty="0" err="1"/>
              <a:t>i</a:t>
            </a:r>
            <a:r>
              <a:rPr lang="en-US" sz="3200" dirty="0"/>
              <a:t> &lt; </a:t>
            </a:r>
            <a:r>
              <a:rPr lang="en-US" sz="3200" dirty="0">
                <a:effectLst/>
              </a:rPr>
              <a:t>4 </a:t>
            </a:r>
            <a:r>
              <a:rPr lang="en-US" sz="3200" dirty="0"/>
              <a:t>&amp;&amp; amount &gt; </a:t>
            </a:r>
            <a:r>
              <a:rPr lang="en-US" sz="3200" dirty="0">
                <a:effectLst/>
              </a:rPr>
              <a:t>0; </a:t>
            </a:r>
            <a:r>
              <a:rPr lang="en-US" sz="3200" dirty="0" err="1"/>
              <a:t>i</a:t>
            </a:r>
            <a:r>
              <a:rPr lang="en-US" sz="3200" dirty="0"/>
              <a:t>++) {</a:t>
            </a:r>
            <a:br>
              <a:rPr lang="en-US" sz="3200" dirty="0"/>
            </a:br>
            <a:r>
              <a:rPr lang="en-US" sz="3200" dirty="0"/>
              <a:t>                </a:t>
            </a:r>
            <a:r>
              <a:rPr lang="en-US" sz="3200" dirty="0">
                <a:effectLst/>
              </a:rPr>
              <a:t>int </a:t>
            </a:r>
            <a:r>
              <a:rPr lang="en-US" sz="3200" dirty="0"/>
              <a:t>digit = (</a:t>
            </a:r>
            <a:r>
              <a:rPr lang="en-US" sz="3200" dirty="0">
                <a:effectLst/>
              </a:rPr>
              <a:t>int</a:t>
            </a:r>
            <a:r>
              <a:rPr lang="en-US" sz="3200" dirty="0"/>
              <a:t>) (amount % </a:t>
            </a:r>
            <a:r>
              <a:rPr lang="en-US" sz="3200" dirty="0">
                <a:effectLst/>
              </a:rPr>
              <a:t>10</a:t>
            </a:r>
            <a:r>
              <a:rPr lang="en-US" sz="3200" dirty="0"/>
              <a:t>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    </a:t>
            </a:r>
            <a:r>
              <a:rPr lang="en-US" sz="3200" dirty="0"/>
              <a:t>amount /= </a:t>
            </a:r>
            <a:r>
              <a:rPr lang="en-US" sz="3200" dirty="0">
                <a:effectLst/>
              </a:rPr>
              <a:t>10;</a:t>
            </a:r>
            <a:br>
              <a:rPr lang="en-US" sz="3200" dirty="0">
                <a:effectLst/>
              </a:rPr>
            </a:b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    if </a:t>
            </a:r>
            <a:r>
              <a:rPr lang="en-US" sz="3200" dirty="0"/>
              <a:t>(digit &gt; </a:t>
            </a:r>
            <a:r>
              <a:rPr lang="en-US" sz="3200" dirty="0">
                <a:effectLst/>
              </a:rPr>
              <a:t>0</a:t>
            </a:r>
            <a:r>
              <a:rPr lang="en-US" sz="3200" dirty="0"/>
              <a:t>) {</a:t>
            </a:r>
            <a:br>
              <a:rPr lang="en-US" sz="3200" dirty="0"/>
            </a:br>
            <a:r>
              <a:rPr lang="en-US" sz="3200" dirty="0"/>
              <a:t>                    </a:t>
            </a:r>
            <a:r>
              <a:rPr lang="en-US" sz="3200" dirty="0" err="1"/>
              <a:t>blockResult.insert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0, </a:t>
            </a:r>
            <a:r>
              <a:rPr lang="en-US" sz="3200" dirty="0"/>
              <a:t>unit2[unit2Index])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        </a:t>
            </a:r>
            <a:r>
              <a:rPr lang="en-US" sz="3200" dirty="0" err="1"/>
              <a:t>blockResult.insert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0, </a:t>
            </a:r>
            <a:r>
              <a:rPr lang="en-US" sz="3200" i="1" dirty="0" err="1">
                <a:effectLst/>
              </a:rPr>
              <a:t>digitToKorean</a:t>
            </a:r>
            <a:r>
              <a:rPr lang="en-US" sz="3200" dirty="0"/>
              <a:t>(digit))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    </a:t>
            </a:r>
            <a:r>
              <a:rPr lang="en-US" sz="3200" dirty="0"/>
              <a:t>}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    unit2Index++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</a:t>
            </a:r>
            <a:r>
              <a:rPr lang="en-US" sz="3200" dirty="0"/>
              <a:t>}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</a:t>
            </a:r>
            <a:r>
              <a:rPr lang="en-US" sz="3200" dirty="0">
                <a:effectLst/>
              </a:rPr>
              <a:t>if </a:t>
            </a:r>
            <a:r>
              <a:rPr lang="en-US" sz="3200" dirty="0"/>
              <a:t>(</a:t>
            </a:r>
            <a:r>
              <a:rPr lang="en-US" sz="3200" dirty="0" err="1"/>
              <a:t>blockResult.length</a:t>
            </a:r>
            <a:r>
              <a:rPr lang="en-US" sz="3200" dirty="0"/>
              <a:t>() &gt; </a:t>
            </a:r>
            <a:r>
              <a:rPr lang="en-US" sz="3200" dirty="0">
                <a:effectLst/>
              </a:rPr>
              <a:t>0</a:t>
            </a:r>
            <a:r>
              <a:rPr lang="en-US" sz="3200" dirty="0"/>
              <a:t>) {</a:t>
            </a:r>
            <a:br>
              <a:rPr lang="en-US" sz="3200" dirty="0"/>
            </a:br>
            <a:r>
              <a:rPr lang="en-US" sz="3200" dirty="0"/>
              <a:t>                </a:t>
            </a:r>
            <a:r>
              <a:rPr lang="en-US" sz="3200" dirty="0" err="1"/>
              <a:t>result.insert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0, </a:t>
            </a:r>
            <a:r>
              <a:rPr lang="en-US" sz="3200" dirty="0"/>
              <a:t>unit1[unit1Index])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    </a:t>
            </a:r>
            <a:r>
              <a:rPr lang="en-US" sz="3200" dirty="0" err="1"/>
              <a:t>result.insert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0, </a:t>
            </a:r>
            <a:r>
              <a:rPr lang="en-US" sz="3200" dirty="0" err="1"/>
              <a:t>blockResult</a:t>
            </a:r>
            <a:r>
              <a:rPr lang="en-US" sz="3200" dirty="0"/>
              <a:t>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    </a:t>
            </a:r>
            <a:r>
              <a:rPr lang="en-US" sz="3200" dirty="0"/>
              <a:t>}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    unit1Index++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</a:t>
            </a:r>
            <a:r>
              <a:rPr lang="en-US" sz="3200" dirty="0"/>
              <a:t>}</a:t>
            </a:r>
            <a:br>
              <a:rPr lang="en-US" sz="3200" dirty="0"/>
            </a:br>
            <a:br>
              <a:rPr lang="en-US" sz="3200" dirty="0"/>
            </a:br>
            <a:r>
              <a:rPr lang="en-US" sz="3200" dirty="0"/>
              <a:t>        </a:t>
            </a:r>
            <a:r>
              <a:rPr lang="en-US" sz="3200" dirty="0">
                <a:effectLst/>
              </a:rPr>
              <a:t>return </a:t>
            </a:r>
            <a:r>
              <a:rPr lang="en-US" sz="3200" dirty="0" err="1"/>
              <a:t>result.toString</a:t>
            </a:r>
            <a:r>
              <a:rPr lang="en-US" sz="3200" dirty="0"/>
              <a:t>()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</a:t>
            </a: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>    </a:t>
            </a:r>
            <a:r>
              <a:rPr lang="en-US" sz="3200" dirty="0">
                <a:effectLst/>
              </a:rPr>
              <a:t>private static </a:t>
            </a:r>
            <a:r>
              <a:rPr lang="en-US" sz="3200" dirty="0"/>
              <a:t>String </a:t>
            </a:r>
            <a:r>
              <a:rPr lang="en-US" sz="3200" dirty="0" err="1">
                <a:effectLst/>
              </a:rPr>
              <a:t>digitToKorean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int </a:t>
            </a:r>
            <a:r>
              <a:rPr lang="en-US" sz="3200" dirty="0"/>
              <a:t>digit) {</a:t>
            </a:r>
            <a:br>
              <a:rPr lang="en-US" sz="3200" dirty="0"/>
            </a:br>
            <a:r>
              <a:rPr lang="en-US" sz="3200" dirty="0"/>
              <a:t>        String[] </a:t>
            </a:r>
            <a:r>
              <a:rPr lang="en-US" sz="3200" dirty="0" err="1"/>
              <a:t>koreanDigits</a:t>
            </a:r>
            <a:r>
              <a:rPr lang="en-US" sz="3200" dirty="0"/>
              <a:t> = {</a:t>
            </a:r>
            <a:r>
              <a:rPr lang="en-US" sz="3200" dirty="0">
                <a:effectLst/>
              </a:rPr>
              <a:t>"", "</a:t>
            </a:r>
            <a:r>
              <a:rPr lang="ko-KR" altLang="en-US" sz="3200" dirty="0">
                <a:effectLst/>
              </a:rPr>
              <a:t>일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이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삼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사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오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육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칠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팔</a:t>
            </a:r>
            <a:r>
              <a:rPr lang="en-US" altLang="ko-KR" sz="3200" dirty="0">
                <a:effectLst/>
              </a:rPr>
              <a:t>", "</a:t>
            </a:r>
            <a:r>
              <a:rPr lang="ko-KR" altLang="en-US" sz="3200" dirty="0">
                <a:effectLst/>
              </a:rPr>
              <a:t>구</a:t>
            </a:r>
            <a:r>
              <a:rPr lang="en-US" altLang="ko-KR" sz="3200" dirty="0">
                <a:effectLst/>
              </a:rPr>
              <a:t>"</a:t>
            </a:r>
            <a:r>
              <a:rPr lang="en-US" altLang="ko-KR" sz="3200" dirty="0"/>
              <a:t>}</a:t>
            </a:r>
            <a:r>
              <a:rPr lang="en-US" altLang="ko-KR" sz="3200" dirty="0">
                <a:effectLst/>
              </a:rPr>
              <a:t>;</a:t>
            </a:r>
            <a:br>
              <a:rPr lang="en-US" altLang="ko-KR" sz="3200" dirty="0">
                <a:effectLst/>
              </a:rPr>
            </a:br>
            <a:r>
              <a:rPr lang="en-US" altLang="ko-KR" sz="3200" dirty="0">
                <a:effectLst/>
              </a:rPr>
              <a:t>        </a:t>
            </a:r>
            <a:r>
              <a:rPr lang="en-US" sz="3200" dirty="0">
                <a:effectLst/>
              </a:rPr>
              <a:t>return </a:t>
            </a:r>
            <a:r>
              <a:rPr lang="en-US" sz="3200" dirty="0" err="1"/>
              <a:t>koreanDigits</a:t>
            </a:r>
            <a:r>
              <a:rPr lang="en-US" sz="3200" dirty="0"/>
              <a:t>[digit]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</a:t>
            </a: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>    </a:t>
            </a:r>
            <a:r>
              <a:rPr lang="en-US" sz="3200" dirty="0">
                <a:effectLst/>
              </a:rPr>
              <a:t>private static </a:t>
            </a:r>
            <a:r>
              <a:rPr lang="en-US" sz="3200" dirty="0"/>
              <a:t>String </a:t>
            </a:r>
            <a:r>
              <a:rPr lang="en-US" sz="3200" dirty="0" err="1">
                <a:effectLst/>
              </a:rPr>
              <a:t>formatAmount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long </a:t>
            </a:r>
            <a:r>
              <a:rPr lang="en-US" sz="3200" dirty="0"/>
              <a:t>amount) {</a:t>
            </a:r>
            <a:br>
              <a:rPr lang="en-US" sz="3200" dirty="0"/>
            </a:br>
            <a:r>
              <a:rPr lang="en-US" sz="3200" dirty="0"/>
              <a:t>        </a:t>
            </a:r>
            <a:r>
              <a:rPr lang="en-US" sz="3200" dirty="0" err="1"/>
              <a:t>DecimalFormat</a:t>
            </a:r>
            <a:r>
              <a:rPr lang="en-US" sz="3200" dirty="0"/>
              <a:t> </a:t>
            </a:r>
            <a:r>
              <a:rPr lang="en-US" sz="3200" dirty="0" err="1"/>
              <a:t>decimalFormat</a:t>
            </a:r>
            <a:r>
              <a:rPr lang="en-US" sz="3200" dirty="0"/>
              <a:t> = </a:t>
            </a:r>
            <a:r>
              <a:rPr lang="en-US" sz="3200" dirty="0">
                <a:effectLst/>
              </a:rPr>
              <a:t>new </a:t>
            </a:r>
            <a:r>
              <a:rPr lang="en-US" sz="3200" dirty="0" err="1"/>
              <a:t>DecimalFormat</a:t>
            </a:r>
            <a:r>
              <a:rPr lang="en-US" sz="3200" dirty="0"/>
              <a:t>(</a:t>
            </a:r>
            <a:r>
              <a:rPr lang="en-US" sz="3200" dirty="0">
                <a:effectLst/>
              </a:rPr>
              <a:t>"#,###"</a:t>
            </a:r>
            <a:r>
              <a:rPr lang="en-US" sz="3200" dirty="0"/>
              <a:t>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    return </a:t>
            </a:r>
            <a:r>
              <a:rPr lang="en-US" sz="3200" dirty="0" err="1"/>
              <a:t>decimalFormat.format</a:t>
            </a:r>
            <a:r>
              <a:rPr lang="en-US" sz="3200" dirty="0"/>
              <a:t>(amount)</a:t>
            </a:r>
            <a:r>
              <a:rPr lang="en-US" sz="3200" dirty="0">
                <a:effectLst/>
              </a:rPr>
              <a:t>;</a:t>
            </a:r>
            <a:br>
              <a:rPr lang="en-US" sz="3200" dirty="0">
                <a:effectLst/>
              </a:rPr>
            </a:br>
            <a:r>
              <a:rPr lang="en-US" sz="3200" dirty="0">
                <a:effectLst/>
              </a:rPr>
              <a:t>    </a:t>
            </a:r>
            <a:r>
              <a:rPr lang="en-US" sz="3200" dirty="0"/>
              <a:t>}</a:t>
            </a:r>
            <a:br>
              <a:rPr lang="en-US" sz="3200" dirty="0"/>
            </a:br>
            <a:r>
              <a:rPr lang="en-US" sz="3200" dirty="0"/>
              <a:t>}</a:t>
            </a:r>
            <a:br>
              <a:rPr lang="en-US" sz="500" dirty="0"/>
            </a:b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278499389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1025</Words>
  <Application>Microsoft Macintosh PowerPoint</Application>
  <PresentationFormat>Широкоэкранный</PresentationFormat>
  <Paragraphs>10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Dream Avenue</vt:lpstr>
      <vt:lpstr>Тема Office</vt:lpstr>
      <vt:lpstr>Report 12주차</vt:lpstr>
      <vt:lpstr>Report 1 결과 화면</vt:lpstr>
      <vt:lpstr>Report 1-1 결과 화면</vt:lpstr>
      <vt:lpstr>Report 2 결과 화면</vt:lpstr>
      <vt:lpstr>Report 3 결과 화면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Report 12주차</dc:title>
  <dc:creator>Isakova Ashirgul</dc:creator>
  <cp:lastModifiedBy>Isakova Ashirgul</cp:lastModifiedBy>
  <cp:revision>1</cp:revision>
  <dcterms:created xsi:type="dcterms:W3CDTF">2023-11-21T13:43:14Z</dcterms:created>
  <dcterms:modified xsi:type="dcterms:W3CDTF">2023-11-21T15:49:33Z</dcterms:modified>
</cp:coreProperties>
</file>