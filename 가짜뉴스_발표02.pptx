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71" r:id="rId7"/>
    <p:sldId id="270" r:id="rId8"/>
    <p:sldId id="272" r:id="rId9"/>
    <p:sldId id="260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9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895E35-A9CC-48C4-B2EE-1600717A7845}" type="doc">
      <dgm:prSet loTypeId="urn:microsoft.com/office/officeart/2005/8/layout/defaul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5BDB4286-76AA-4C9D-B4E2-B8E0627DB247}">
      <dgm:prSet phldrT="[텍스트]" custT="1"/>
      <dgm:spPr/>
      <dgm:t>
        <a:bodyPr/>
        <a:lstStyle/>
        <a:p>
          <a:pPr algn="l" latinLnBrk="1"/>
          <a:r>
            <a:rPr lang="en-US" altLang="ko-KR" sz="24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AI</a:t>
          </a:r>
          <a:r>
            <a:rPr lang="ko-KR" altLang="en-US" sz="24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를 활용해 뉴스가 가짜인지 예측해주는 웹사이트를 만들었습니다</a:t>
          </a:r>
          <a:r>
            <a:rPr lang="en-US" altLang="ko-KR" sz="24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.</a:t>
          </a:r>
          <a:endParaRPr lang="ko-KR" altLang="en-US" sz="24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D8431AAF-D44F-43B5-8911-BBBFE16E0E30}" type="parTrans" cxnId="{3CB211D6-B6C0-4A7F-B8E2-C4552BE1428D}">
      <dgm:prSet/>
      <dgm:spPr/>
      <dgm:t>
        <a:bodyPr/>
        <a:lstStyle/>
        <a:p>
          <a:pPr latinLnBrk="1"/>
          <a:endParaRPr lang="ko-KR" altLang="en-US"/>
        </a:p>
      </dgm:t>
    </dgm:pt>
    <dgm:pt modelId="{85CD4797-1533-47F9-9695-BAAD4F8CA996}" type="sibTrans" cxnId="{3CB211D6-B6C0-4A7F-B8E2-C4552BE1428D}">
      <dgm:prSet/>
      <dgm:spPr/>
      <dgm:t>
        <a:bodyPr/>
        <a:lstStyle/>
        <a:p>
          <a:pPr latinLnBrk="1"/>
          <a:endParaRPr lang="ko-KR" altLang="en-US"/>
        </a:p>
      </dgm:t>
    </dgm:pt>
    <dgm:pt modelId="{5B6EF36C-B5C4-4616-9369-97DEF5E60673}">
      <dgm:prSet phldrT="[텍스트]" custT="1"/>
      <dgm:spPr/>
      <dgm:t>
        <a:bodyPr/>
        <a:lstStyle/>
        <a:p>
          <a:pPr algn="l" latinLnBrk="1"/>
          <a:r>
            <a:rPr lang="ko-KR" altLang="en-US" sz="24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사용자는 기사 텍스트를 입력하고 버튼을 누르면 결과가 나옵니다</a:t>
          </a:r>
          <a:r>
            <a:rPr lang="en-US" altLang="ko-KR" sz="24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.</a:t>
          </a:r>
          <a:endParaRPr lang="ko-KR" altLang="en-US" sz="24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D736851D-9659-423F-9D06-73C566B6B2A6}" type="parTrans" cxnId="{FEEF4FBE-6292-4FF1-8CB0-E564FBF4F5F5}">
      <dgm:prSet/>
      <dgm:spPr/>
      <dgm:t>
        <a:bodyPr/>
        <a:lstStyle/>
        <a:p>
          <a:pPr latinLnBrk="1"/>
          <a:endParaRPr lang="ko-KR" altLang="en-US"/>
        </a:p>
      </dgm:t>
    </dgm:pt>
    <dgm:pt modelId="{ACF726A9-F5BA-4B84-95D0-91C779165CA6}" type="sibTrans" cxnId="{FEEF4FBE-6292-4FF1-8CB0-E564FBF4F5F5}">
      <dgm:prSet/>
      <dgm:spPr/>
      <dgm:t>
        <a:bodyPr/>
        <a:lstStyle/>
        <a:p>
          <a:pPr latinLnBrk="1"/>
          <a:endParaRPr lang="ko-KR" altLang="en-US"/>
        </a:p>
      </dgm:t>
    </dgm:pt>
    <dgm:pt modelId="{4B43B636-8A01-4127-B291-A9C1FC5D389B}" type="pres">
      <dgm:prSet presAssocID="{28895E35-A9CC-48C4-B2EE-1600717A7845}" presName="diagram" presStyleCnt="0">
        <dgm:presLayoutVars>
          <dgm:dir/>
          <dgm:resizeHandles val="exact"/>
        </dgm:presLayoutVars>
      </dgm:prSet>
      <dgm:spPr/>
    </dgm:pt>
    <dgm:pt modelId="{F7C5562B-B731-4BE0-9E34-27B81084B446}" type="pres">
      <dgm:prSet presAssocID="{5BDB4286-76AA-4C9D-B4E2-B8E0627DB247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2A48B9D-FBA5-40E9-8788-FE46BE0C3784}" type="pres">
      <dgm:prSet presAssocID="{85CD4797-1533-47F9-9695-BAAD4F8CA996}" presName="sibTrans" presStyleCnt="0"/>
      <dgm:spPr/>
    </dgm:pt>
    <dgm:pt modelId="{7B379269-D138-4063-A6EE-2AC9B7E9EA41}" type="pres">
      <dgm:prSet presAssocID="{5B6EF36C-B5C4-4616-9369-97DEF5E60673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FEEF4FBE-6292-4FF1-8CB0-E564FBF4F5F5}" srcId="{28895E35-A9CC-48C4-B2EE-1600717A7845}" destId="{5B6EF36C-B5C4-4616-9369-97DEF5E60673}" srcOrd="1" destOrd="0" parTransId="{D736851D-9659-423F-9D06-73C566B6B2A6}" sibTransId="{ACF726A9-F5BA-4B84-95D0-91C779165CA6}"/>
    <dgm:cxn modelId="{FA67D3B9-845F-4E1F-954A-561BE6E6ADEF}" type="presOf" srcId="{5BDB4286-76AA-4C9D-B4E2-B8E0627DB247}" destId="{F7C5562B-B731-4BE0-9E34-27B81084B446}" srcOrd="0" destOrd="0" presId="urn:microsoft.com/office/officeart/2005/8/layout/default"/>
    <dgm:cxn modelId="{0B22FC36-849A-4619-A3D3-5295A12F1307}" type="presOf" srcId="{28895E35-A9CC-48C4-B2EE-1600717A7845}" destId="{4B43B636-8A01-4127-B291-A9C1FC5D389B}" srcOrd="0" destOrd="0" presId="urn:microsoft.com/office/officeart/2005/8/layout/default"/>
    <dgm:cxn modelId="{3CB211D6-B6C0-4A7F-B8E2-C4552BE1428D}" srcId="{28895E35-A9CC-48C4-B2EE-1600717A7845}" destId="{5BDB4286-76AA-4C9D-B4E2-B8E0627DB247}" srcOrd="0" destOrd="0" parTransId="{D8431AAF-D44F-43B5-8911-BBBFE16E0E30}" sibTransId="{85CD4797-1533-47F9-9695-BAAD4F8CA996}"/>
    <dgm:cxn modelId="{FBD71262-933D-4BE2-A3E5-09A0A751C9A1}" type="presOf" srcId="{5B6EF36C-B5C4-4616-9369-97DEF5E60673}" destId="{7B379269-D138-4063-A6EE-2AC9B7E9EA41}" srcOrd="0" destOrd="0" presId="urn:microsoft.com/office/officeart/2005/8/layout/default"/>
    <dgm:cxn modelId="{2C8939CB-21A7-4B9A-AFCF-C9D0F937E76D}" type="presParOf" srcId="{4B43B636-8A01-4127-B291-A9C1FC5D389B}" destId="{F7C5562B-B731-4BE0-9E34-27B81084B446}" srcOrd="0" destOrd="0" presId="urn:microsoft.com/office/officeart/2005/8/layout/default"/>
    <dgm:cxn modelId="{0D54A084-E680-4521-8990-3F7998FFBDB3}" type="presParOf" srcId="{4B43B636-8A01-4127-B291-A9C1FC5D389B}" destId="{02A48B9D-FBA5-40E9-8788-FE46BE0C3784}" srcOrd="1" destOrd="0" presId="urn:microsoft.com/office/officeart/2005/8/layout/default"/>
    <dgm:cxn modelId="{A9479C4A-12FA-4393-B24A-8C5F6F6BC76E}" type="presParOf" srcId="{4B43B636-8A01-4127-B291-A9C1FC5D389B}" destId="{7B379269-D138-4063-A6EE-2AC9B7E9EA41}" srcOrd="2" destOrd="0" presId="urn:microsoft.com/office/officeart/2005/8/layout/defaul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8BF732-6EEB-4FF3-816C-CBDE25562D4D}" type="doc">
      <dgm:prSet loTypeId="urn:microsoft.com/office/officeart/2005/8/layout/hList7" loCatId="list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DCD158F4-AEB6-468E-85C1-14E323A9CF83}">
      <dgm:prSet phldrT="[텍스트]" custT="1"/>
      <dgm:spPr/>
      <dgm:t>
        <a:bodyPr/>
        <a:lstStyle/>
        <a:p>
          <a:pPr latinLnBrk="1"/>
          <a:r>
            <a:rPr lang="en-US" sz="20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Python</a:t>
          </a:r>
        </a:p>
        <a:p>
          <a:pPr latinLnBrk="1"/>
          <a:r>
            <a:rPr lang="en-US" sz="20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Flask</a:t>
          </a:r>
          <a:endParaRPr lang="ko-KR" altLang="en-US" sz="20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360590C8-910A-4298-A0D9-FBC54B8A8340}" type="parTrans" cxnId="{7E00B426-1C0E-4A88-B0D0-AFD51793D9DD}">
      <dgm:prSet/>
      <dgm:spPr/>
      <dgm:t>
        <a:bodyPr/>
        <a:lstStyle/>
        <a:p>
          <a:pPr latinLnBrk="1"/>
          <a:endParaRPr lang="ko-KR" altLang="en-US"/>
        </a:p>
      </dgm:t>
    </dgm:pt>
    <dgm:pt modelId="{76E46289-7F7F-4807-8C7B-D139B1412131}" type="sibTrans" cxnId="{7E00B426-1C0E-4A88-B0D0-AFD51793D9DD}">
      <dgm:prSet/>
      <dgm:spPr/>
      <dgm:t>
        <a:bodyPr/>
        <a:lstStyle/>
        <a:p>
          <a:pPr latinLnBrk="1"/>
          <a:endParaRPr lang="ko-KR" altLang="en-US"/>
        </a:p>
      </dgm:t>
    </dgm:pt>
    <dgm:pt modelId="{F0F5430E-1A1A-45AB-AC48-31619995BD56}">
      <dgm:prSet phldrT="[텍스트]" custT="1"/>
      <dgm:spPr/>
      <dgm:t>
        <a:bodyPr/>
        <a:lstStyle/>
        <a:p>
          <a:pPr latinLnBrk="1"/>
          <a:r>
            <a:rPr lang="en-US" sz="1800" dirty="0" err="1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scikit</a:t>
          </a:r>
          <a:r>
            <a:rPr lang="en-US" sz="18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-learn</a:t>
          </a:r>
        </a:p>
        <a:p>
          <a:pPr latinLnBrk="1"/>
          <a:r>
            <a:rPr lang="en-US" sz="1800" dirty="0" err="1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joblib</a:t>
          </a:r>
          <a:endParaRPr lang="ko-KR" altLang="en-US" sz="18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9330EBA1-BE90-45AA-8A85-18761A5A3DBE}" type="parTrans" cxnId="{0777527D-A14D-42C4-807A-EBC158A15907}">
      <dgm:prSet/>
      <dgm:spPr/>
      <dgm:t>
        <a:bodyPr/>
        <a:lstStyle/>
        <a:p>
          <a:pPr latinLnBrk="1"/>
          <a:endParaRPr lang="ko-KR" altLang="en-US"/>
        </a:p>
      </dgm:t>
    </dgm:pt>
    <dgm:pt modelId="{80F6BC35-3A68-49A7-B02E-8460EF716B3E}" type="sibTrans" cxnId="{0777527D-A14D-42C4-807A-EBC158A15907}">
      <dgm:prSet/>
      <dgm:spPr/>
      <dgm:t>
        <a:bodyPr/>
        <a:lstStyle/>
        <a:p>
          <a:pPr latinLnBrk="1"/>
          <a:endParaRPr lang="ko-KR" altLang="en-US"/>
        </a:p>
      </dgm:t>
    </dgm:pt>
    <dgm:pt modelId="{580DA238-E226-43D4-8CFA-E4F4E15C2B62}">
      <dgm:prSet phldrT="[텍스트]" custT="1"/>
      <dgm:spPr/>
      <dgm:t>
        <a:bodyPr/>
        <a:lstStyle/>
        <a:p>
          <a:pPr latinLnBrk="1"/>
          <a:r>
            <a:rPr lang="en-US" sz="18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HTML</a:t>
          </a:r>
        </a:p>
        <a:p>
          <a:pPr latinLnBrk="1"/>
          <a:r>
            <a:rPr lang="en-US" sz="18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CSS</a:t>
          </a:r>
        </a:p>
        <a:p>
          <a:pPr latinLnBrk="1"/>
          <a:r>
            <a:rPr lang="en-US" sz="18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JS</a:t>
          </a:r>
          <a:endParaRPr lang="ko-KR" altLang="en-US" sz="18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B2C06BCF-E333-433A-9FAF-3386824DB3A3}" type="parTrans" cxnId="{73658882-985D-4EA8-BB21-E3516D9B4F18}">
      <dgm:prSet/>
      <dgm:spPr/>
      <dgm:t>
        <a:bodyPr/>
        <a:lstStyle/>
        <a:p>
          <a:pPr latinLnBrk="1"/>
          <a:endParaRPr lang="ko-KR" altLang="en-US"/>
        </a:p>
      </dgm:t>
    </dgm:pt>
    <dgm:pt modelId="{292B57DC-0911-4BBD-9D43-C3A51BB1AB79}" type="sibTrans" cxnId="{73658882-985D-4EA8-BB21-E3516D9B4F18}">
      <dgm:prSet/>
      <dgm:spPr/>
      <dgm:t>
        <a:bodyPr/>
        <a:lstStyle/>
        <a:p>
          <a:pPr latinLnBrk="1"/>
          <a:endParaRPr lang="ko-KR" altLang="en-US"/>
        </a:p>
      </dgm:t>
    </dgm:pt>
    <dgm:pt modelId="{566D73DC-8213-4D90-8FB2-65BA49C84149}">
      <dgm:prSet phldrT="[텍스트]" custT="1"/>
      <dgm:spPr/>
      <dgm:t>
        <a:bodyPr/>
        <a:lstStyle/>
        <a:p>
          <a:pPr latinLnBrk="1"/>
          <a:r>
            <a:rPr lang="en-US" sz="18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VS Code</a:t>
          </a:r>
          <a:endParaRPr lang="ko-KR" altLang="en-US" sz="18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773DDD4D-19EB-4ADA-9C1C-4AF1E9310AD1}" type="parTrans" cxnId="{242AE0A7-647F-40C7-9F45-13A3DD7BEEF2}">
      <dgm:prSet/>
      <dgm:spPr/>
      <dgm:t>
        <a:bodyPr/>
        <a:lstStyle/>
        <a:p>
          <a:pPr latinLnBrk="1"/>
          <a:endParaRPr lang="ko-KR" altLang="en-US"/>
        </a:p>
      </dgm:t>
    </dgm:pt>
    <dgm:pt modelId="{343E5C21-1D10-403E-96BC-8962E08890E6}" type="sibTrans" cxnId="{242AE0A7-647F-40C7-9F45-13A3DD7BEEF2}">
      <dgm:prSet/>
      <dgm:spPr/>
      <dgm:t>
        <a:bodyPr/>
        <a:lstStyle/>
        <a:p>
          <a:pPr latinLnBrk="1"/>
          <a:endParaRPr lang="ko-KR" altLang="en-US"/>
        </a:p>
      </dgm:t>
    </dgm:pt>
    <dgm:pt modelId="{9BBB3379-9273-43BB-89BF-8D93C227C4AB}" type="pres">
      <dgm:prSet presAssocID="{928BF732-6EEB-4FF3-816C-CBDE25562D4D}" presName="Name0" presStyleCnt="0">
        <dgm:presLayoutVars>
          <dgm:dir/>
          <dgm:resizeHandles val="exact"/>
        </dgm:presLayoutVars>
      </dgm:prSet>
      <dgm:spPr/>
    </dgm:pt>
    <dgm:pt modelId="{8C966725-3F28-497D-B61E-4DB38B5E4FFE}" type="pres">
      <dgm:prSet presAssocID="{928BF732-6EEB-4FF3-816C-CBDE25562D4D}" presName="fgShape" presStyleLbl="fgShp" presStyleIdx="0" presStyleCnt="1"/>
      <dgm:spPr/>
    </dgm:pt>
    <dgm:pt modelId="{93028E5C-FB36-4573-8B2F-614B6F79689E}" type="pres">
      <dgm:prSet presAssocID="{928BF732-6EEB-4FF3-816C-CBDE25562D4D}" presName="linComp" presStyleCnt="0"/>
      <dgm:spPr/>
    </dgm:pt>
    <dgm:pt modelId="{DEB8DDF1-6B9D-4FC1-9A59-DCDB02CAA395}" type="pres">
      <dgm:prSet presAssocID="{DCD158F4-AEB6-468E-85C1-14E323A9CF83}" presName="compNode" presStyleCnt="0"/>
      <dgm:spPr/>
    </dgm:pt>
    <dgm:pt modelId="{05AACD8C-51F6-4814-AEE5-F07B3DDAAC21}" type="pres">
      <dgm:prSet presAssocID="{DCD158F4-AEB6-468E-85C1-14E323A9CF83}" presName="bkgdShape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93366F4A-E179-4123-BE3E-247532F92709}" type="pres">
      <dgm:prSet presAssocID="{DCD158F4-AEB6-468E-85C1-14E323A9CF83}" presName="nodeTx" presStyleLbl="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3B8627F-6946-4CD1-8DFF-BF46F6485EC7}" type="pres">
      <dgm:prSet presAssocID="{DCD158F4-AEB6-468E-85C1-14E323A9CF83}" presName="invisiNode" presStyleLbl="node1" presStyleIdx="0" presStyleCnt="4"/>
      <dgm:spPr/>
    </dgm:pt>
    <dgm:pt modelId="{9F8A6BCA-4B61-4376-A021-A33754756929}" type="pres">
      <dgm:prSet presAssocID="{DCD158F4-AEB6-468E-85C1-14E323A9CF83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DC217A4-0877-4B7F-BC88-A7475CC6C3CA}" type="pres">
      <dgm:prSet presAssocID="{76E46289-7F7F-4807-8C7B-D139B1412131}" presName="sibTrans" presStyleLbl="sibTrans2D1" presStyleIdx="0" presStyleCnt="0"/>
      <dgm:spPr/>
    </dgm:pt>
    <dgm:pt modelId="{03EBFF1F-AC61-42EE-939E-36913E7D087F}" type="pres">
      <dgm:prSet presAssocID="{F0F5430E-1A1A-45AB-AC48-31619995BD56}" presName="compNode" presStyleCnt="0"/>
      <dgm:spPr/>
    </dgm:pt>
    <dgm:pt modelId="{F7C8E218-11A0-47D8-BF24-43C91EEDD0F1}" type="pres">
      <dgm:prSet presAssocID="{F0F5430E-1A1A-45AB-AC48-31619995BD56}" presName="bkgdShape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62E23380-CAF1-4C59-A273-44CCB852545E}" type="pres">
      <dgm:prSet presAssocID="{F0F5430E-1A1A-45AB-AC48-31619995BD56}" presName="nodeTx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2CAB1A9-36AA-4AA5-B3C2-D4548DD914D6}" type="pres">
      <dgm:prSet presAssocID="{F0F5430E-1A1A-45AB-AC48-31619995BD56}" presName="invisiNode" presStyleLbl="node1" presStyleIdx="1" presStyleCnt="4"/>
      <dgm:spPr/>
    </dgm:pt>
    <dgm:pt modelId="{85A4C6F4-1746-4ABE-8E31-7F3B1AEBE89E}" type="pres">
      <dgm:prSet presAssocID="{F0F5430E-1A1A-45AB-AC48-31619995BD56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A6E50D3-8B57-4A97-A8D6-433154C0515D}" type="pres">
      <dgm:prSet presAssocID="{80F6BC35-3A68-49A7-B02E-8460EF716B3E}" presName="sibTrans" presStyleLbl="sibTrans2D1" presStyleIdx="0" presStyleCnt="0"/>
      <dgm:spPr/>
    </dgm:pt>
    <dgm:pt modelId="{152F3293-37D8-4F0C-9F99-BD61DD575774}" type="pres">
      <dgm:prSet presAssocID="{580DA238-E226-43D4-8CFA-E4F4E15C2B62}" presName="compNode" presStyleCnt="0"/>
      <dgm:spPr/>
    </dgm:pt>
    <dgm:pt modelId="{72AA12FE-ED9E-4D97-822F-AE2D6D946007}" type="pres">
      <dgm:prSet presAssocID="{580DA238-E226-43D4-8CFA-E4F4E15C2B62}" presName="bkgdShape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1FE922FD-E190-43B5-A30E-FE2B4128D47C}" type="pres">
      <dgm:prSet presAssocID="{580DA238-E226-43D4-8CFA-E4F4E15C2B62}" presName="nodeTx" presStyleLbl="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A3DAB80-9CE0-4A25-AA9B-667227CEDA89}" type="pres">
      <dgm:prSet presAssocID="{580DA238-E226-43D4-8CFA-E4F4E15C2B62}" presName="invisiNode" presStyleLbl="node1" presStyleIdx="2" presStyleCnt="4"/>
      <dgm:spPr/>
    </dgm:pt>
    <dgm:pt modelId="{BBD2803F-578A-4558-AE9B-7D074888BCA0}" type="pres">
      <dgm:prSet presAssocID="{580DA238-E226-43D4-8CFA-E4F4E15C2B62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74C4077-E4C0-4C8E-BBC9-50E3BD809E8B}" type="pres">
      <dgm:prSet presAssocID="{292B57DC-0911-4BBD-9D43-C3A51BB1AB79}" presName="sibTrans" presStyleLbl="sibTrans2D1" presStyleIdx="0" presStyleCnt="0"/>
      <dgm:spPr/>
    </dgm:pt>
    <dgm:pt modelId="{A9083800-B010-43EF-9EBD-8347660C462C}" type="pres">
      <dgm:prSet presAssocID="{566D73DC-8213-4D90-8FB2-65BA49C84149}" presName="compNode" presStyleCnt="0"/>
      <dgm:spPr/>
    </dgm:pt>
    <dgm:pt modelId="{C00B5D68-C126-4F54-9B4F-276A5C98983A}" type="pres">
      <dgm:prSet presAssocID="{566D73DC-8213-4D90-8FB2-65BA49C84149}" presName="bkgdShape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BE879097-9341-4ED5-AE00-2C571592D67B}" type="pres">
      <dgm:prSet presAssocID="{566D73DC-8213-4D90-8FB2-65BA49C84149}" presName="nodeTx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F23618D-A606-4CE6-B39D-5CB2B3879AB8}" type="pres">
      <dgm:prSet presAssocID="{566D73DC-8213-4D90-8FB2-65BA49C84149}" presName="invisiNode" presStyleLbl="node1" presStyleIdx="3" presStyleCnt="4"/>
      <dgm:spPr/>
    </dgm:pt>
    <dgm:pt modelId="{52FA5C37-D562-477C-8228-CAEEA7CD3CDD}" type="pres">
      <dgm:prSet presAssocID="{566D73DC-8213-4D90-8FB2-65BA49C84149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1761E2A2-43DE-4F6A-B542-F1B362CF5C0D}" type="presOf" srcId="{76E46289-7F7F-4807-8C7B-D139B1412131}" destId="{FDC217A4-0877-4B7F-BC88-A7475CC6C3CA}" srcOrd="0" destOrd="0" presId="urn:microsoft.com/office/officeart/2005/8/layout/hList7"/>
    <dgm:cxn modelId="{7E00B426-1C0E-4A88-B0D0-AFD51793D9DD}" srcId="{928BF732-6EEB-4FF3-816C-CBDE25562D4D}" destId="{DCD158F4-AEB6-468E-85C1-14E323A9CF83}" srcOrd="0" destOrd="0" parTransId="{360590C8-910A-4298-A0D9-FBC54B8A8340}" sibTransId="{76E46289-7F7F-4807-8C7B-D139B1412131}"/>
    <dgm:cxn modelId="{CAC4199B-EDE8-45BC-8243-C854B6E841C9}" type="presOf" srcId="{580DA238-E226-43D4-8CFA-E4F4E15C2B62}" destId="{72AA12FE-ED9E-4D97-822F-AE2D6D946007}" srcOrd="0" destOrd="0" presId="urn:microsoft.com/office/officeart/2005/8/layout/hList7"/>
    <dgm:cxn modelId="{A2E3F9CA-B226-4656-892F-B06F71C97076}" type="presOf" srcId="{F0F5430E-1A1A-45AB-AC48-31619995BD56}" destId="{F7C8E218-11A0-47D8-BF24-43C91EEDD0F1}" srcOrd="0" destOrd="0" presId="urn:microsoft.com/office/officeart/2005/8/layout/hList7"/>
    <dgm:cxn modelId="{014CEA5E-11E8-4C4F-8F31-9F6A611D4319}" type="presOf" srcId="{292B57DC-0911-4BBD-9D43-C3A51BB1AB79}" destId="{874C4077-E4C0-4C8E-BBC9-50E3BD809E8B}" srcOrd="0" destOrd="0" presId="urn:microsoft.com/office/officeart/2005/8/layout/hList7"/>
    <dgm:cxn modelId="{F84F40DC-879F-46AA-AFA7-D50DD2711B14}" type="presOf" srcId="{DCD158F4-AEB6-468E-85C1-14E323A9CF83}" destId="{93366F4A-E179-4123-BE3E-247532F92709}" srcOrd="1" destOrd="0" presId="urn:microsoft.com/office/officeart/2005/8/layout/hList7"/>
    <dgm:cxn modelId="{4DB3E754-E9DE-4753-A405-D6292111DCF3}" type="presOf" srcId="{80F6BC35-3A68-49A7-B02E-8460EF716B3E}" destId="{2A6E50D3-8B57-4A97-A8D6-433154C0515D}" srcOrd="0" destOrd="0" presId="urn:microsoft.com/office/officeart/2005/8/layout/hList7"/>
    <dgm:cxn modelId="{FA6363EB-D7EB-4A26-822A-F50B6A528D31}" type="presOf" srcId="{566D73DC-8213-4D90-8FB2-65BA49C84149}" destId="{BE879097-9341-4ED5-AE00-2C571592D67B}" srcOrd="1" destOrd="0" presId="urn:microsoft.com/office/officeart/2005/8/layout/hList7"/>
    <dgm:cxn modelId="{8DCFE232-BCAD-4A90-941F-82A6AB679C3D}" type="presOf" srcId="{580DA238-E226-43D4-8CFA-E4F4E15C2B62}" destId="{1FE922FD-E190-43B5-A30E-FE2B4128D47C}" srcOrd="1" destOrd="0" presId="urn:microsoft.com/office/officeart/2005/8/layout/hList7"/>
    <dgm:cxn modelId="{242AE0A7-647F-40C7-9F45-13A3DD7BEEF2}" srcId="{928BF732-6EEB-4FF3-816C-CBDE25562D4D}" destId="{566D73DC-8213-4D90-8FB2-65BA49C84149}" srcOrd="3" destOrd="0" parTransId="{773DDD4D-19EB-4ADA-9C1C-4AF1E9310AD1}" sibTransId="{343E5C21-1D10-403E-96BC-8962E08890E6}"/>
    <dgm:cxn modelId="{73658882-985D-4EA8-BB21-E3516D9B4F18}" srcId="{928BF732-6EEB-4FF3-816C-CBDE25562D4D}" destId="{580DA238-E226-43D4-8CFA-E4F4E15C2B62}" srcOrd="2" destOrd="0" parTransId="{B2C06BCF-E333-433A-9FAF-3386824DB3A3}" sibTransId="{292B57DC-0911-4BBD-9D43-C3A51BB1AB79}"/>
    <dgm:cxn modelId="{5B4DD1BA-1B77-4732-A259-B314BF2CCB54}" type="presOf" srcId="{928BF732-6EEB-4FF3-816C-CBDE25562D4D}" destId="{9BBB3379-9273-43BB-89BF-8D93C227C4AB}" srcOrd="0" destOrd="0" presId="urn:microsoft.com/office/officeart/2005/8/layout/hList7"/>
    <dgm:cxn modelId="{0777527D-A14D-42C4-807A-EBC158A15907}" srcId="{928BF732-6EEB-4FF3-816C-CBDE25562D4D}" destId="{F0F5430E-1A1A-45AB-AC48-31619995BD56}" srcOrd="1" destOrd="0" parTransId="{9330EBA1-BE90-45AA-8A85-18761A5A3DBE}" sibTransId="{80F6BC35-3A68-49A7-B02E-8460EF716B3E}"/>
    <dgm:cxn modelId="{01456FA4-EF20-4896-AB30-097BEBD922EA}" type="presOf" srcId="{F0F5430E-1A1A-45AB-AC48-31619995BD56}" destId="{62E23380-CAF1-4C59-A273-44CCB852545E}" srcOrd="1" destOrd="0" presId="urn:microsoft.com/office/officeart/2005/8/layout/hList7"/>
    <dgm:cxn modelId="{3E237F5C-CFBD-4C95-B72F-6198ED12A82C}" type="presOf" srcId="{DCD158F4-AEB6-468E-85C1-14E323A9CF83}" destId="{05AACD8C-51F6-4814-AEE5-F07B3DDAAC21}" srcOrd="0" destOrd="0" presId="urn:microsoft.com/office/officeart/2005/8/layout/hList7"/>
    <dgm:cxn modelId="{737F87A5-63A4-43A5-B3A6-7E4F68E34ECE}" type="presOf" srcId="{566D73DC-8213-4D90-8FB2-65BA49C84149}" destId="{C00B5D68-C126-4F54-9B4F-276A5C98983A}" srcOrd="0" destOrd="0" presId="urn:microsoft.com/office/officeart/2005/8/layout/hList7"/>
    <dgm:cxn modelId="{9D04DCB3-A337-4ECB-8F11-89C6A88BB9F5}" type="presParOf" srcId="{9BBB3379-9273-43BB-89BF-8D93C227C4AB}" destId="{8C966725-3F28-497D-B61E-4DB38B5E4FFE}" srcOrd="0" destOrd="0" presId="urn:microsoft.com/office/officeart/2005/8/layout/hList7"/>
    <dgm:cxn modelId="{18C5FAFA-7C2D-4DEB-9C68-2F546B330673}" type="presParOf" srcId="{9BBB3379-9273-43BB-89BF-8D93C227C4AB}" destId="{93028E5C-FB36-4573-8B2F-614B6F79689E}" srcOrd="1" destOrd="0" presId="urn:microsoft.com/office/officeart/2005/8/layout/hList7"/>
    <dgm:cxn modelId="{3F8636BC-856C-4BCA-A913-FD8C31B2C8A6}" type="presParOf" srcId="{93028E5C-FB36-4573-8B2F-614B6F79689E}" destId="{DEB8DDF1-6B9D-4FC1-9A59-DCDB02CAA395}" srcOrd="0" destOrd="0" presId="urn:microsoft.com/office/officeart/2005/8/layout/hList7"/>
    <dgm:cxn modelId="{D8248F60-7B41-4B02-B32E-250C57859A6A}" type="presParOf" srcId="{DEB8DDF1-6B9D-4FC1-9A59-DCDB02CAA395}" destId="{05AACD8C-51F6-4814-AEE5-F07B3DDAAC21}" srcOrd="0" destOrd="0" presId="urn:microsoft.com/office/officeart/2005/8/layout/hList7"/>
    <dgm:cxn modelId="{BC24E036-2285-4427-BB33-B0CA0BC5CEE4}" type="presParOf" srcId="{DEB8DDF1-6B9D-4FC1-9A59-DCDB02CAA395}" destId="{93366F4A-E179-4123-BE3E-247532F92709}" srcOrd="1" destOrd="0" presId="urn:microsoft.com/office/officeart/2005/8/layout/hList7"/>
    <dgm:cxn modelId="{289ED46A-317F-4AD2-A91F-86A9CE4FA233}" type="presParOf" srcId="{DEB8DDF1-6B9D-4FC1-9A59-DCDB02CAA395}" destId="{23B8627F-6946-4CD1-8DFF-BF46F6485EC7}" srcOrd="2" destOrd="0" presId="urn:microsoft.com/office/officeart/2005/8/layout/hList7"/>
    <dgm:cxn modelId="{71BE2D21-1DC4-480E-AB56-15CCA09BD0BB}" type="presParOf" srcId="{DEB8DDF1-6B9D-4FC1-9A59-DCDB02CAA395}" destId="{9F8A6BCA-4B61-4376-A021-A33754756929}" srcOrd="3" destOrd="0" presId="urn:microsoft.com/office/officeart/2005/8/layout/hList7"/>
    <dgm:cxn modelId="{65957CA6-29FA-4AE9-AF9A-0581EEA11992}" type="presParOf" srcId="{93028E5C-FB36-4573-8B2F-614B6F79689E}" destId="{FDC217A4-0877-4B7F-BC88-A7475CC6C3CA}" srcOrd="1" destOrd="0" presId="urn:microsoft.com/office/officeart/2005/8/layout/hList7"/>
    <dgm:cxn modelId="{814021D2-5E43-44DE-B68A-26726499259B}" type="presParOf" srcId="{93028E5C-FB36-4573-8B2F-614B6F79689E}" destId="{03EBFF1F-AC61-42EE-939E-36913E7D087F}" srcOrd="2" destOrd="0" presId="urn:microsoft.com/office/officeart/2005/8/layout/hList7"/>
    <dgm:cxn modelId="{28287FD3-CB25-483A-98AD-EE84E15A946D}" type="presParOf" srcId="{03EBFF1F-AC61-42EE-939E-36913E7D087F}" destId="{F7C8E218-11A0-47D8-BF24-43C91EEDD0F1}" srcOrd="0" destOrd="0" presId="urn:microsoft.com/office/officeart/2005/8/layout/hList7"/>
    <dgm:cxn modelId="{DA2CF28A-311E-4318-B1CC-906B3536C414}" type="presParOf" srcId="{03EBFF1F-AC61-42EE-939E-36913E7D087F}" destId="{62E23380-CAF1-4C59-A273-44CCB852545E}" srcOrd="1" destOrd="0" presId="urn:microsoft.com/office/officeart/2005/8/layout/hList7"/>
    <dgm:cxn modelId="{E661BB42-EB01-4A78-A96A-ECF87B97BBBD}" type="presParOf" srcId="{03EBFF1F-AC61-42EE-939E-36913E7D087F}" destId="{52CAB1A9-36AA-4AA5-B3C2-D4548DD914D6}" srcOrd="2" destOrd="0" presId="urn:microsoft.com/office/officeart/2005/8/layout/hList7"/>
    <dgm:cxn modelId="{EDC1610F-4504-4EB2-9AFF-F93A4F91E444}" type="presParOf" srcId="{03EBFF1F-AC61-42EE-939E-36913E7D087F}" destId="{85A4C6F4-1746-4ABE-8E31-7F3B1AEBE89E}" srcOrd="3" destOrd="0" presId="urn:microsoft.com/office/officeart/2005/8/layout/hList7"/>
    <dgm:cxn modelId="{A5B22645-8013-4727-BA53-63BC39BBBEBC}" type="presParOf" srcId="{93028E5C-FB36-4573-8B2F-614B6F79689E}" destId="{2A6E50D3-8B57-4A97-A8D6-433154C0515D}" srcOrd="3" destOrd="0" presId="urn:microsoft.com/office/officeart/2005/8/layout/hList7"/>
    <dgm:cxn modelId="{1F5703F4-10E6-4147-B7E6-5DFA4F232676}" type="presParOf" srcId="{93028E5C-FB36-4573-8B2F-614B6F79689E}" destId="{152F3293-37D8-4F0C-9F99-BD61DD575774}" srcOrd="4" destOrd="0" presId="urn:microsoft.com/office/officeart/2005/8/layout/hList7"/>
    <dgm:cxn modelId="{1F817DD8-B65E-455A-BB18-D7D948B1A36A}" type="presParOf" srcId="{152F3293-37D8-4F0C-9F99-BD61DD575774}" destId="{72AA12FE-ED9E-4D97-822F-AE2D6D946007}" srcOrd="0" destOrd="0" presId="urn:microsoft.com/office/officeart/2005/8/layout/hList7"/>
    <dgm:cxn modelId="{75389C08-3B5E-4F02-A9DA-52621F0033FE}" type="presParOf" srcId="{152F3293-37D8-4F0C-9F99-BD61DD575774}" destId="{1FE922FD-E190-43B5-A30E-FE2B4128D47C}" srcOrd="1" destOrd="0" presId="urn:microsoft.com/office/officeart/2005/8/layout/hList7"/>
    <dgm:cxn modelId="{5B229335-8343-4793-9AFF-98C5D32E5CA4}" type="presParOf" srcId="{152F3293-37D8-4F0C-9F99-BD61DD575774}" destId="{DA3DAB80-9CE0-4A25-AA9B-667227CEDA89}" srcOrd="2" destOrd="0" presId="urn:microsoft.com/office/officeart/2005/8/layout/hList7"/>
    <dgm:cxn modelId="{DEC9EBE7-A0C2-4A35-9191-A9F268A1B68B}" type="presParOf" srcId="{152F3293-37D8-4F0C-9F99-BD61DD575774}" destId="{BBD2803F-578A-4558-AE9B-7D074888BCA0}" srcOrd="3" destOrd="0" presId="urn:microsoft.com/office/officeart/2005/8/layout/hList7"/>
    <dgm:cxn modelId="{ECC773D6-24D6-41BF-B7F6-FD6A386E29D6}" type="presParOf" srcId="{93028E5C-FB36-4573-8B2F-614B6F79689E}" destId="{874C4077-E4C0-4C8E-BBC9-50E3BD809E8B}" srcOrd="5" destOrd="0" presId="urn:microsoft.com/office/officeart/2005/8/layout/hList7"/>
    <dgm:cxn modelId="{290158F7-0B91-406F-BF5A-E6A3B5B08160}" type="presParOf" srcId="{93028E5C-FB36-4573-8B2F-614B6F79689E}" destId="{A9083800-B010-43EF-9EBD-8347660C462C}" srcOrd="6" destOrd="0" presId="urn:microsoft.com/office/officeart/2005/8/layout/hList7"/>
    <dgm:cxn modelId="{F5C625E0-55A9-41BE-A21E-66E53B22069E}" type="presParOf" srcId="{A9083800-B010-43EF-9EBD-8347660C462C}" destId="{C00B5D68-C126-4F54-9B4F-276A5C98983A}" srcOrd="0" destOrd="0" presId="urn:microsoft.com/office/officeart/2005/8/layout/hList7"/>
    <dgm:cxn modelId="{0A4605A5-17DC-4A4D-B438-62336F06FB67}" type="presParOf" srcId="{A9083800-B010-43EF-9EBD-8347660C462C}" destId="{BE879097-9341-4ED5-AE00-2C571592D67B}" srcOrd="1" destOrd="0" presId="urn:microsoft.com/office/officeart/2005/8/layout/hList7"/>
    <dgm:cxn modelId="{241E2EDF-5D90-41D4-8EE5-DDF943B2459A}" type="presParOf" srcId="{A9083800-B010-43EF-9EBD-8347660C462C}" destId="{1F23618D-A606-4CE6-B39D-5CB2B3879AB8}" srcOrd="2" destOrd="0" presId="urn:microsoft.com/office/officeart/2005/8/layout/hList7"/>
    <dgm:cxn modelId="{1180CB49-77BD-4C56-984B-1F027F8F2F52}" type="presParOf" srcId="{A9083800-B010-43EF-9EBD-8347660C462C}" destId="{52FA5C37-D562-477C-8228-CAEEA7CD3CD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92C924-6760-45D9-AE36-EA7938C52101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pPr latinLnBrk="1"/>
          <a:endParaRPr lang="ko-KR" altLang="en-US"/>
        </a:p>
      </dgm:t>
    </dgm:pt>
    <dgm:pt modelId="{98F5906F-E676-4626-AD84-E0794E8929A2}">
      <dgm:prSet/>
      <dgm:spPr/>
      <dgm:t>
        <a:bodyPr/>
        <a:lstStyle/>
        <a:p>
          <a:pPr rtl="0" latinLnBrk="1"/>
          <a:r>
            <a:rPr lang="ko-KR" dirty="0" smtClean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 뉴스 입력 → AI 예측 → 시각적 결과 출력</a:t>
          </a:r>
          <a:endParaRPr lang="ko-KR" dirty="0">
            <a:solidFill>
              <a:srgbClr val="AFADD9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C556092D-00A7-4718-A370-8C1690433E51}" type="parTrans" cxnId="{D1979F35-0DEF-4B00-A562-5A1C5B2A8842}">
      <dgm:prSet/>
      <dgm:spPr/>
      <dgm:t>
        <a:bodyPr/>
        <a:lstStyle/>
        <a:p>
          <a:pPr latinLnBrk="1"/>
          <a:endParaRPr lang="ko-KR" altLang="en-US">
            <a:solidFill>
              <a:srgbClr val="AFADD9"/>
            </a:solidFill>
          </a:endParaRPr>
        </a:p>
      </dgm:t>
    </dgm:pt>
    <dgm:pt modelId="{8E3F4908-677D-4106-8D80-52A22C946B7C}" type="sibTrans" cxnId="{D1979F35-0DEF-4B00-A562-5A1C5B2A8842}">
      <dgm:prSet/>
      <dgm:spPr/>
      <dgm:t>
        <a:bodyPr/>
        <a:lstStyle/>
        <a:p>
          <a:pPr latinLnBrk="1"/>
          <a:endParaRPr lang="ko-KR" altLang="en-US">
            <a:solidFill>
              <a:srgbClr val="AFADD9"/>
            </a:solidFill>
          </a:endParaRPr>
        </a:p>
      </dgm:t>
    </dgm:pt>
    <dgm:pt modelId="{FC50BED2-BF03-46BB-990E-D398828FAC45}">
      <dgm:prSet/>
      <dgm:spPr/>
      <dgm:t>
        <a:bodyPr/>
        <a:lstStyle/>
        <a:p>
          <a:pPr rtl="0" latinLnBrk="1"/>
          <a:r>
            <a:rPr lang="ko-KR" smtClean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 유사도 / 신뢰도 수치 표시</a:t>
          </a:r>
          <a:endParaRPr lang="ko-KR">
            <a:solidFill>
              <a:srgbClr val="AFADD9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FEAAD722-5B44-44FA-91D9-2F36496823CB}" type="parTrans" cxnId="{09205BBD-245F-4283-865A-03D990108DA7}">
      <dgm:prSet/>
      <dgm:spPr/>
      <dgm:t>
        <a:bodyPr/>
        <a:lstStyle/>
        <a:p>
          <a:pPr latinLnBrk="1"/>
          <a:endParaRPr lang="ko-KR" altLang="en-US">
            <a:solidFill>
              <a:srgbClr val="AFADD9"/>
            </a:solidFill>
          </a:endParaRPr>
        </a:p>
      </dgm:t>
    </dgm:pt>
    <dgm:pt modelId="{6D767654-D281-4DF5-9AAC-E5AA509EA317}" type="sibTrans" cxnId="{09205BBD-245F-4283-865A-03D990108DA7}">
      <dgm:prSet/>
      <dgm:spPr/>
      <dgm:t>
        <a:bodyPr/>
        <a:lstStyle/>
        <a:p>
          <a:pPr latinLnBrk="1"/>
          <a:endParaRPr lang="ko-KR" altLang="en-US">
            <a:solidFill>
              <a:srgbClr val="AFADD9"/>
            </a:solidFill>
          </a:endParaRPr>
        </a:p>
      </dgm:t>
    </dgm:pt>
    <dgm:pt modelId="{AFB6A292-7D28-47F1-8F39-8CAB35FC0054}">
      <dgm:prSet/>
      <dgm:spPr/>
      <dgm:t>
        <a:bodyPr/>
        <a:lstStyle/>
        <a:p>
          <a:pPr rtl="0" latinLnBrk="1"/>
          <a:r>
            <a:rPr lang="ko-KR" smtClean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 이모지와 색상으로 구분</a:t>
          </a:r>
          <a:endParaRPr lang="ko-KR">
            <a:solidFill>
              <a:srgbClr val="AFADD9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A073A948-839F-46E9-8EDB-EEFAF5E9E267}" type="parTrans" cxnId="{C77F2309-0475-4F68-BA89-A963B668F6E2}">
      <dgm:prSet/>
      <dgm:spPr/>
      <dgm:t>
        <a:bodyPr/>
        <a:lstStyle/>
        <a:p>
          <a:pPr latinLnBrk="1"/>
          <a:endParaRPr lang="ko-KR" altLang="en-US">
            <a:solidFill>
              <a:srgbClr val="AFADD9"/>
            </a:solidFill>
          </a:endParaRPr>
        </a:p>
      </dgm:t>
    </dgm:pt>
    <dgm:pt modelId="{CC6BF2EE-F77D-41EE-A6BA-C0F011355AA1}" type="sibTrans" cxnId="{C77F2309-0475-4F68-BA89-A963B668F6E2}">
      <dgm:prSet/>
      <dgm:spPr/>
      <dgm:t>
        <a:bodyPr/>
        <a:lstStyle/>
        <a:p>
          <a:pPr latinLnBrk="1"/>
          <a:endParaRPr lang="ko-KR" altLang="en-US">
            <a:solidFill>
              <a:srgbClr val="AFADD9"/>
            </a:solidFill>
          </a:endParaRPr>
        </a:p>
      </dgm:t>
    </dgm:pt>
    <dgm:pt modelId="{C10AA23E-3C56-4E0E-9567-96372D4881A6}" type="pres">
      <dgm:prSet presAssocID="{AF92C924-6760-45D9-AE36-EA7938C52101}" presName="linear" presStyleCnt="0">
        <dgm:presLayoutVars>
          <dgm:dir/>
          <dgm:animLvl val="lvl"/>
          <dgm:resizeHandles val="exact"/>
        </dgm:presLayoutVars>
      </dgm:prSet>
      <dgm:spPr/>
    </dgm:pt>
    <dgm:pt modelId="{2E1D342C-780C-481F-868C-26E7827B1BEE}" type="pres">
      <dgm:prSet presAssocID="{98F5906F-E676-4626-AD84-E0794E8929A2}" presName="parentLin" presStyleCnt="0"/>
      <dgm:spPr/>
    </dgm:pt>
    <dgm:pt modelId="{457BA092-3660-4FAD-A45B-43D9C388C261}" type="pres">
      <dgm:prSet presAssocID="{98F5906F-E676-4626-AD84-E0794E8929A2}" presName="parentLeftMargin" presStyleLbl="node1" presStyleIdx="0" presStyleCnt="3"/>
      <dgm:spPr/>
    </dgm:pt>
    <dgm:pt modelId="{94839906-0E6A-48D8-9F2B-068030E53BBB}" type="pres">
      <dgm:prSet presAssocID="{98F5906F-E676-4626-AD84-E0794E8929A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8E3B04-FD07-4372-B5F5-332110D276F4}" type="pres">
      <dgm:prSet presAssocID="{98F5906F-E676-4626-AD84-E0794E8929A2}" presName="negativeSpace" presStyleCnt="0"/>
      <dgm:spPr/>
    </dgm:pt>
    <dgm:pt modelId="{D5346BC8-7A6E-4863-B5D1-61D33A0E2C61}" type="pres">
      <dgm:prSet presAssocID="{98F5906F-E676-4626-AD84-E0794E8929A2}" presName="childText" presStyleLbl="conFgAcc1" presStyleIdx="0" presStyleCnt="3">
        <dgm:presLayoutVars>
          <dgm:bulletEnabled val="1"/>
        </dgm:presLayoutVars>
      </dgm:prSet>
      <dgm:spPr/>
    </dgm:pt>
    <dgm:pt modelId="{51291DE6-E7F1-44F0-A83D-B5119765FECB}" type="pres">
      <dgm:prSet presAssocID="{8E3F4908-677D-4106-8D80-52A22C946B7C}" presName="spaceBetweenRectangles" presStyleCnt="0"/>
      <dgm:spPr/>
    </dgm:pt>
    <dgm:pt modelId="{353853DB-05EC-47DA-9B16-33B1D3597F93}" type="pres">
      <dgm:prSet presAssocID="{FC50BED2-BF03-46BB-990E-D398828FAC45}" presName="parentLin" presStyleCnt="0"/>
      <dgm:spPr/>
    </dgm:pt>
    <dgm:pt modelId="{337D760E-E694-4727-BE8E-DCBC8FA20505}" type="pres">
      <dgm:prSet presAssocID="{FC50BED2-BF03-46BB-990E-D398828FAC45}" presName="parentLeftMargin" presStyleLbl="node1" presStyleIdx="0" presStyleCnt="3"/>
      <dgm:spPr/>
    </dgm:pt>
    <dgm:pt modelId="{8E9E441C-DBE5-4A63-B480-0FE150FB58C3}" type="pres">
      <dgm:prSet presAssocID="{FC50BED2-BF03-46BB-990E-D398828FAC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5F1E379-2501-4549-9FB4-49315B02C9AA}" type="pres">
      <dgm:prSet presAssocID="{FC50BED2-BF03-46BB-990E-D398828FAC45}" presName="negativeSpace" presStyleCnt="0"/>
      <dgm:spPr/>
    </dgm:pt>
    <dgm:pt modelId="{6262503E-0113-4756-BD3A-C21678870AB2}" type="pres">
      <dgm:prSet presAssocID="{FC50BED2-BF03-46BB-990E-D398828FAC45}" presName="childText" presStyleLbl="conFgAcc1" presStyleIdx="1" presStyleCnt="3">
        <dgm:presLayoutVars>
          <dgm:bulletEnabled val="1"/>
        </dgm:presLayoutVars>
      </dgm:prSet>
      <dgm:spPr/>
    </dgm:pt>
    <dgm:pt modelId="{537724AA-275E-4AF4-9CCC-A03BE1E68490}" type="pres">
      <dgm:prSet presAssocID="{6D767654-D281-4DF5-9AAC-E5AA509EA317}" presName="spaceBetweenRectangles" presStyleCnt="0"/>
      <dgm:spPr/>
    </dgm:pt>
    <dgm:pt modelId="{02CCE0C8-D2A3-419D-9257-F8EA8228BDF1}" type="pres">
      <dgm:prSet presAssocID="{AFB6A292-7D28-47F1-8F39-8CAB35FC0054}" presName="parentLin" presStyleCnt="0"/>
      <dgm:spPr/>
    </dgm:pt>
    <dgm:pt modelId="{0EF41C25-1E3F-4BC4-AB1C-18D5705BEFA5}" type="pres">
      <dgm:prSet presAssocID="{AFB6A292-7D28-47F1-8F39-8CAB35FC0054}" presName="parentLeftMargin" presStyleLbl="node1" presStyleIdx="1" presStyleCnt="3"/>
      <dgm:spPr/>
    </dgm:pt>
    <dgm:pt modelId="{1883DD7B-FC01-4A0D-AB0B-589E314CDB2A}" type="pres">
      <dgm:prSet presAssocID="{AFB6A292-7D28-47F1-8F39-8CAB35FC005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498C5C2-FB12-4D49-BF7A-143EFCBCFD46}" type="pres">
      <dgm:prSet presAssocID="{AFB6A292-7D28-47F1-8F39-8CAB35FC0054}" presName="negativeSpace" presStyleCnt="0"/>
      <dgm:spPr/>
    </dgm:pt>
    <dgm:pt modelId="{28240AE0-BB4E-4750-A895-91E133242291}" type="pres">
      <dgm:prSet presAssocID="{AFB6A292-7D28-47F1-8F39-8CAB35FC005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979F35-0DEF-4B00-A562-5A1C5B2A8842}" srcId="{AF92C924-6760-45D9-AE36-EA7938C52101}" destId="{98F5906F-E676-4626-AD84-E0794E8929A2}" srcOrd="0" destOrd="0" parTransId="{C556092D-00A7-4718-A370-8C1690433E51}" sibTransId="{8E3F4908-677D-4106-8D80-52A22C946B7C}"/>
    <dgm:cxn modelId="{35D83B43-4445-4C0B-8DB9-B5D97B062687}" type="presOf" srcId="{AFB6A292-7D28-47F1-8F39-8CAB35FC0054}" destId="{0EF41C25-1E3F-4BC4-AB1C-18D5705BEFA5}" srcOrd="0" destOrd="0" presId="urn:microsoft.com/office/officeart/2005/8/layout/list1"/>
    <dgm:cxn modelId="{CABC823C-884C-4895-9F53-F199A1D7197F}" type="presOf" srcId="{98F5906F-E676-4626-AD84-E0794E8929A2}" destId="{94839906-0E6A-48D8-9F2B-068030E53BBB}" srcOrd="1" destOrd="0" presId="urn:microsoft.com/office/officeart/2005/8/layout/list1"/>
    <dgm:cxn modelId="{16E28849-A929-4B6E-8D83-1E127C2A3A41}" type="presOf" srcId="{AFB6A292-7D28-47F1-8F39-8CAB35FC0054}" destId="{1883DD7B-FC01-4A0D-AB0B-589E314CDB2A}" srcOrd="1" destOrd="0" presId="urn:microsoft.com/office/officeart/2005/8/layout/list1"/>
    <dgm:cxn modelId="{C77F2309-0475-4F68-BA89-A963B668F6E2}" srcId="{AF92C924-6760-45D9-AE36-EA7938C52101}" destId="{AFB6A292-7D28-47F1-8F39-8CAB35FC0054}" srcOrd="2" destOrd="0" parTransId="{A073A948-839F-46E9-8EDB-EEFAF5E9E267}" sibTransId="{CC6BF2EE-F77D-41EE-A6BA-C0F011355AA1}"/>
    <dgm:cxn modelId="{17C2CB06-5756-41AA-8F51-AD11F90DC328}" type="presOf" srcId="{FC50BED2-BF03-46BB-990E-D398828FAC45}" destId="{337D760E-E694-4727-BE8E-DCBC8FA20505}" srcOrd="0" destOrd="0" presId="urn:microsoft.com/office/officeart/2005/8/layout/list1"/>
    <dgm:cxn modelId="{09205BBD-245F-4283-865A-03D990108DA7}" srcId="{AF92C924-6760-45D9-AE36-EA7938C52101}" destId="{FC50BED2-BF03-46BB-990E-D398828FAC45}" srcOrd="1" destOrd="0" parTransId="{FEAAD722-5B44-44FA-91D9-2F36496823CB}" sibTransId="{6D767654-D281-4DF5-9AAC-E5AA509EA317}"/>
    <dgm:cxn modelId="{859509AA-28CD-4882-8980-907511F04D6E}" type="presOf" srcId="{98F5906F-E676-4626-AD84-E0794E8929A2}" destId="{457BA092-3660-4FAD-A45B-43D9C388C261}" srcOrd="0" destOrd="0" presId="urn:microsoft.com/office/officeart/2005/8/layout/list1"/>
    <dgm:cxn modelId="{3064C514-1919-4CA6-A5F7-D9506FD14C9B}" type="presOf" srcId="{AF92C924-6760-45D9-AE36-EA7938C52101}" destId="{C10AA23E-3C56-4E0E-9567-96372D4881A6}" srcOrd="0" destOrd="0" presId="urn:microsoft.com/office/officeart/2005/8/layout/list1"/>
    <dgm:cxn modelId="{FBC79BE4-7C5A-4D87-96C1-369197AA4FDF}" type="presOf" srcId="{FC50BED2-BF03-46BB-990E-D398828FAC45}" destId="{8E9E441C-DBE5-4A63-B480-0FE150FB58C3}" srcOrd="1" destOrd="0" presId="urn:microsoft.com/office/officeart/2005/8/layout/list1"/>
    <dgm:cxn modelId="{BB3A87EF-9B17-401D-B4B8-9B1D598015AA}" type="presParOf" srcId="{C10AA23E-3C56-4E0E-9567-96372D4881A6}" destId="{2E1D342C-780C-481F-868C-26E7827B1BEE}" srcOrd="0" destOrd="0" presId="urn:microsoft.com/office/officeart/2005/8/layout/list1"/>
    <dgm:cxn modelId="{B846E0B3-CF9B-4828-B4F3-CBD120D48300}" type="presParOf" srcId="{2E1D342C-780C-481F-868C-26E7827B1BEE}" destId="{457BA092-3660-4FAD-A45B-43D9C388C261}" srcOrd="0" destOrd="0" presId="urn:microsoft.com/office/officeart/2005/8/layout/list1"/>
    <dgm:cxn modelId="{700E171D-FA2C-4D7E-94FC-CB8F92F632C6}" type="presParOf" srcId="{2E1D342C-780C-481F-868C-26E7827B1BEE}" destId="{94839906-0E6A-48D8-9F2B-068030E53BBB}" srcOrd="1" destOrd="0" presId="urn:microsoft.com/office/officeart/2005/8/layout/list1"/>
    <dgm:cxn modelId="{14E0576E-CEB5-472F-8334-B8540787C266}" type="presParOf" srcId="{C10AA23E-3C56-4E0E-9567-96372D4881A6}" destId="{DD8E3B04-FD07-4372-B5F5-332110D276F4}" srcOrd="1" destOrd="0" presId="urn:microsoft.com/office/officeart/2005/8/layout/list1"/>
    <dgm:cxn modelId="{2A75A260-4AF9-4978-AB46-304F7335471D}" type="presParOf" srcId="{C10AA23E-3C56-4E0E-9567-96372D4881A6}" destId="{D5346BC8-7A6E-4863-B5D1-61D33A0E2C61}" srcOrd="2" destOrd="0" presId="urn:microsoft.com/office/officeart/2005/8/layout/list1"/>
    <dgm:cxn modelId="{091B33EB-D5E3-41E4-BBFE-783F9CD58A7C}" type="presParOf" srcId="{C10AA23E-3C56-4E0E-9567-96372D4881A6}" destId="{51291DE6-E7F1-44F0-A83D-B5119765FECB}" srcOrd="3" destOrd="0" presId="urn:microsoft.com/office/officeart/2005/8/layout/list1"/>
    <dgm:cxn modelId="{42C2DEC3-C71D-45D3-9375-A4B02038CEA3}" type="presParOf" srcId="{C10AA23E-3C56-4E0E-9567-96372D4881A6}" destId="{353853DB-05EC-47DA-9B16-33B1D3597F93}" srcOrd="4" destOrd="0" presId="urn:microsoft.com/office/officeart/2005/8/layout/list1"/>
    <dgm:cxn modelId="{661DF23D-5417-40EC-AC66-D1DF4972DD1D}" type="presParOf" srcId="{353853DB-05EC-47DA-9B16-33B1D3597F93}" destId="{337D760E-E694-4727-BE8E-DCBC8FA20505}" srcOrd="0" destOrd="0" presId="urn:microsoft.com/office/officeart/2005/8/layout/list1"/>
    <dgm:cxn modelId="{270ED16F-815A-41DF-A312-27F695E768AF}" type="presParOf" srcId="{353853DB-05EC-47DA-9B16-33B1D3597F93}" destId="{8E9E441C-DBE5-4A63-B480-0FE150FB58C3}" srcOrd="1" destOrd="0" presId="urn:microsoft.com/office/officeart/2005/8/layout/list1"/>
    <dgm:cxn modelId="{75D665D8-9B0E-4BB7-BC17-9F23E7D70041}" type="presParOf" srcId="{C10AA23E-3C56-4E0E-9567-96372D4881A6}" destId="{95F1E379-2501-4549-9FB4-49315B02C9AA}" srcOrd="5" destOrd="0" presId="urn:microsoft.com/office/officeart/2005/8/layout/list1"/>
    <dgm:cxn modelId="{909F852E-AE76-4F66-95F3-28BA9B9B276E}" type="presParOf" srcId="{C10AA23E-3C56-4E0E-9567-96372D4881A6}" destId="{6262503E-0113-4756-BD3A-C21678870AB2}" srcOrd="6" destOrd="0" presId="urn:microsoft.com/office/officeart/2005/8/layout/list1"/>
    <dgm:cxn modelId="{3E5FFE4E-E47F-4AAF-BF35-73702B471C50}" type="presParOf" srcId="{C10AA23E-3C56-4E0E-9567-96372D4881A6}" destId="{537724AA-275E-4AF4-9CCC-A03BE1E68490}" srcOrd="7" destOrd="0" presId="urn:microsoft.com/office/officeart/2005/8/layout/list1"/>
    <dgm:cxn modelId="{07CBF14B-781B-46CB-BA38-ACF3A52289FC}" type="presParOf" srcId="{C10AA23E-3C56-4E0E-9567-96372D4881A6}" destId="{02CCE0C8-D2A3-419D-9257-F8EA8228BDF1}" srcOrd="8" destOrd="0" presId="urn:microsoft.com/office/officeart/2005/8/layout/list1"/>
    <dgm:cxn modelId="{4EC9539F-A631-45B2-871C-8537C0EFFEB9}" type="presParOf" srcId="{02CCE0C8-D2A3-419D-9257-F8EA8228BDF1}" destId="{0EF41C25-1E3F-4BC4-AB1C-18D5705BEFA5}" srcOrd="0" destOrd="0" presId="urn:microsoft.com/office/officeart/2005/8/layout/list1"/>
    <dgm:cxn modelId="{AEE330E7-F38B-47B0-A609-0DB0B51C14B7}" type="presParOf" srcId="{02CCE0C8-D2A3-419D-9257-F8EA8228BDF1}" destId="{1883DD7B-FC01-4A0D-AB0B-589E314CDB2A}" srcOrd="1" destOrd="0" presId="urn:microsoft.com/office/officeart/2005/8/layout/list1"/>
    <dgm:cxn modelId="{2A722F0A-7FE4-4E55-AC8C-EB31F4E8A979}" type="presParOf" srcId="{C10AA23E-3C56-4E0E-9567-96372D4881A6}" destId="{3498C5C2-FB12-4D49-BF7A-143EFCBCFD46}" srcOrd="9" destOrd="0" presId="urn:microsoft.com/office/officeart/2005/8/layout/list1"/>
    <dgm:cxn modelId="{F9A6E5EF-B8C2-48A0-BED0-FD94CA5F33EE}" type="presParOf" srcId="{C10AA23E-3C56-4E0E-9567-96372D4881A6}" destId="{28240AE0-BB4E-4750-A895-91E13324229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5148EC-278C-4568-B0E9-7490010C33F0}" type="doc">
      <dgm:prSet loTypeId="urn:microsoft.com/office/officeart/2005/8/layout/hList6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6284351E-2369-45EB-AFA4-BD43498AF4F8}">
      <dgm:prSet custT="1"/>
      <dgm:spPr/>
      <dgm:t>
        <a:bodyPr/>
        <a:lstStyle/>
        <a:p>
          <a:pPr rtl="0" latinLnBrk="1"/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1.</a:t>
          </a:r>
          <a:endParaRPr lang="ru-RU" altLang="ko-KR" sz="1600" b="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b="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HTML에서</a:t>
          </a:r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텍스트 입력</a:t>
          </a:r>
          <a:endParaRPr lang="ko-KR" sz="1600" b="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CFC80D34-7181-4A01-BFD0-8BAC15C25870}" type="parTrans" cxnId="{31415AC8-57C8-4FAA-AD7B-471B22CF47AF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786B670A-29E0-4A0F-829D-022DA111BD3F}" type="sibTrans" cxnId="{31415AC8-57C8-4FAA-AD7B-471B22CF47AF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9A493EA1-C840-4B40-98BA-AE2676B3E68C}">
      <dgm:prSet custT="1"/>
      <dgm:spPr/>
      <dgm:t>
        <a:bodyPr/>
        <a:lstStyle/>
        <a:p>
          <a:pPr rtl="0" latinLnBrk="1"/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2.</a:t>
          </a:r>
          <a:endParaRPr lang="ru-RU" altLang="ko-KR" sz="1600" b="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b="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JavaScript가</a:t>
          </a:r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</a:t>
          </a:r>
          <a:r>
            <a:rPr lang="ko-KR" sz="1600" b="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fetch로</a:t>
          </a:r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</a:t>
          </a:r>
          <a:r>
            <a:rPr lang="ko-KR" sz="1600" b="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Flask</a:t>
          </a:r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서버에 전달</a:t>
          </a:r>
          <a:endParaRPr lang="ko-KR" sz="1600" b="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E9AF74E2-BE8C-4934-8F90-9E78A332E4E2}" type="parTrans" cxnId="{85061FD9-B998-4880-A005-7D05F617C60E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648203FC-77E2-4D08-9E5D-C8AF4E06176F}" type="sibTrans" cxnId="{85061FD9-B998-4880-A005-7D05F617C60E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CF03A4F3-DA91-4461-B498-1CE708ABDB4E}">
      <dgm:prSet custT="1"/>
      <dgm:spPr/>
      <dgm:t>
        <a:bodyPr/>
        <a:lstStyle/>
        <a:p>
          <a:pPr rtl="0" latinLnBrk="1"/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3.</a:t>
          </a:r>
          <a:endParaRPr lang="ru-RU" altLang="ko-KR" sz="1600" b="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b="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Flask가</a:t>
          </a:r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AI 모델로 예측 후 JSON 반환</a:t>
          </a:r>
          <a:endParaRPr lang="ko-KR" sz="1600" b="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80CBAC8F-2BA8-4401-8775-55DB985F7183}" type="parTrans" cxnId="{6A46EE76-F564-4B70-B1D0-CAED43F25E0E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A9123697-1416-4CBE-A842-33A2499F8B66}" type="sibTrans" cxnId="{6A46EE76-F564-4B70-B1D0-CAED43F25E0E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86825977-AB1B-4F67-AC1B-13CA7788841F}">
      <dgm:prSet custT="1"/>
      <dgm:spPr/>
      <dgm:t>
        <a:bodyPr/>
        <a:lstStyle/>
        <a:p>
          <a:pPr rtl="0" latinLnBrk="1"/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4.</a:t>
          </a:r>
          <a:endParaRPr lang="ru-RU" altLang="ko-KR" sz="1600" b="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b="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결과를 다시 화면에 출력</a:t>
          </a:r>
          <a:endParaRPr lang="ko-KR" sz="1600" b="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7BA4AF44-3DEF-414D-B73A-F4D790E1B6F8}" type="parTrans" cxnId="{7BC1ED3E-E063-4829-A13F-65BA2142EB02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4A74B8FD-87D2-48F6-A984-0E685B0BF535}" type="sibTrans" cxnId="{7BC1ED3E-E063-4829-A13F-65BA2142EB02}">
      <dgm:prSet/>
      <dgm:spPr/>
      <dgm:t>
        <a:bodyPr/>
        <a:lstStyle/>
        <a:p>
          <a:pPr latinLnBrk="1"/>
          <a:endParaRPr lang="ko-KR" altLang="en-US" b="0">
            <a:solidFill>
              <a:schemeClr val="bg1"/>
            </a:solidFill>
          </a:endParaRPr>
        </a:p>
      </dgm:t>
    </dgm:pt>
    <dgm:pt modelId="{E3876F02-7593-4093-B8B0-34BF57B51A73}" type="pres">
      <dgm:prSet presAssocID="{985148EC-278C-4568-B0E9-7490010C33F0}" presName="Name0" presStyleCnt="0">
        <dgm:presLayoutVars>
          <dgm:dir/>
          <dgm:resizeHandles val="exact"/>
        </dgm:presLayoutVars>
      </dgm:prSet>
      <dgm:spPr/>
    </dgm:pt>
    <dgm:pt modelId="{D53DB97D-ACD7-43E4-BE01-63F3E3D892FB}" type="pres">
      <dgm:prSet presAssocID="{6284351E-2369-45EB-AFA4-BD43498AF4F8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6D300D-1D6B-4F8D-AF70-64E329778065}" type="pres">
      <dgm:prSet presAssocID="{786B670A-29E0-4A0F-829D-022DA111BD3F}" presName="sibTrans" presStyleCnt="0"/>
      <dgm:spPr/>
    </dgm:pt>
    <dgm:pt modelId="{A1837022-B346-448E-9CAF-011C04633289}" type="pres">
      <dgm:prSet presAssocID="{9A493EA1-C840-4B40-98BA-AE2676B3E68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9563048-2658-4264-A62A-CAE0D02D2123}" type="pres">
      <dgm:prSet presAssocID="{648203FC-77E2-4D08-9E5D-C8AF4E06176F}" presName="sibTrans" presStyleCnt="0"/>
      <dgm:spPr/>
    </dgm:pt>
    <dgm:pt modelId="{0ACAAB77-7D08-494E-BB34-197A6B3C25C1}" type="pres">
      <dgm:prSet presAssocID="{CF03A4F3-DA91-4461-B498-1CE708ABDB4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1F1EE27-BDEF-4904-88E5-CA860AC785FA}" type="pres">
      <dgm:prSet presAssocID="{A9123697-1416-4CBE-A842-33A2499F8B66}" presName="sibTrans" presStyleCnt="0"/>
      <dgm:spPr/>
    </dgm:pt>
    <dgm:pt modelId="{CD323E57-2734-4951-A513-11A99FC185F6}" type="pres">
      <dgm:prSet presAssocID="{86825977-AB1B-4F67-AC1B-13CA7788841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5061FD9-B998-4880-A005-7D05F617C60E}" srcId="{985148EC-278C-4568-B0E9-7490010C33F0}" destId="{9A493EA1-C840-4B40-98BA-AE2676B3E68C}" srcOrd="1" destOrd="0" parTransId="{E9AF74E2-BE8C-4934-8F90-9E78A332E4E2}" sibTransId="{648203FC-77E2-4D08-9E5D-C8AF4E06176F}"/>
    <dgm:cxn modelId="{82698348-0F3E-4A38-8168-FF69B48D767D}" type="presOf" srcId="{6284351E-2369-45EB-AFA4-BD43498AF4F8}" destId="{D53DB97D-ACD7-43E4-BE01-63F3E3D892FB}" srcOrd="0" destOrd="0" presId="urn:microsoft.com/office/officeart/2005/8/layout/hList6"/>
    <dgm:cxn modelId="{31415AC8-57C8-4FAA-AD7B-471B22CF47AF}" srcId="{985148EC-278C-4568-B0E9-7490010C33F0}" destId="{6284351E-2369-45EB-AFA4-BD43498AF4F8}" srcOrd="0" destOrd="0" parTransId="{CFC80D34-7181-4A01-BFD0-8BAC15C25870}" sibTransId="{786B670A-29E0-4A0F-829D-022DA111BD3F}"/>
    <dgm:cxn modelId="{6A46EE76-F564-4B70-B1D0-CAED43F25E0E}" srcId="{985148EC-278C-4568-B0E9-7490010C33F0}" destId="{CF03A4F3-DA91-4461-B498-1CE708ABDB4E}" srcOrd="2" destOrd="0" parTransId="{80CBAC8F-2BA8-4401-8775-55DB985F7183}" sibTransId="{A9123697-1416-4CBE-A842-33A2499F8B66}"/>
    <dgm:cxn modelId="{7BC1ED3E-E063-4829-A13F-65BA2142EB02}" srcId="{985148EC-278C-4568-B0E9-7490010C33F0}" destId="{86825977-AB1B-4F67-AC1B-13CA7788841F}" srcOrd="3" destOrd="0" parTransId="{7BA4AF44-3DEF-414D-B73A-F4D790E1B6F8}" sibTransId="{4A74B8FD-87D2-48F6-A984-0E685B0BF535}"/>
    <dgm:cxn modelId="{A2D8B4FC-E135-4786-B531-D8446FF22CED}" type="presOf" srcId="{CF03A4F3-DA91-4461-B498-1CE708ABDB4E}" destId="{0ACAAB77-7D08-494E-BB34-197A6B3C25C1}" srcOrd="0" destOrd="0" presId="urn:microsoft.com/office/officeart/2005/8/layout/hList6"/>
    <dgm:cxn modelId="{663A1197-6EEA-4A87-A052-2CF935EA921B}" type="presOf" srcId="{9A493EA1-C840-4B40-98BA-AE2676B3E68C}" destId="{A1837022-B346-448E-9CAF-011C04633289}" srcOrd="0" destOrd="0" presId="urn:microsoft.com/office/officeart/2005/8/layout/hList6"/>
    <dgm:cxn modelId="{F2E47398-F540-4BA7-B59F-1C33DBBF68B8}" type="presOf" srcId="{985148EC-278C-4568-B0E9-7490010C33F0}" destId="{E3876F02-7593-4093-B8B0-34BF57B51A73}" srcOrd="0" destOrd="0" presId="urn:microsoft.com/office/officeart/2005/8/layout/hList6"/>
    <dgm:cxn modelId="{59381A89-8B36-4BE2-8A8C-380C0F6244AB}" type="presOf" srcId="{86825977-AB1B-4F67-AC1B-13CA7788841F}" destId="{CD323E57-2734-4951-A513-11A99FC185F6}" srcOrd="0" destOrd="0" presId="urn:microsoft.com/office/officeart/2005/8/layout/hList6"/>
    <dgm:cxn modelId="{107319F8-6051-4BDD-A670-6297A3F78743}" type="presParOf" srcId="{E3876F02-7593-4093-B8B0-34BF57B51A73}" destId="{D53DB97D-ACD7-43E4-BE01-63F3E3D892FB}" srcOrd="0" destOrd="0" presId="urn:microsoft.com/office/officeart/2005/8/layout/hList6"/>
    <dgm:cxn modelId="{464457A2-3602-4712-BCBD-22841CD8186E}" type="presParOf" srcId="{E3876F02-7593-4093-B8B0-34BF57B51A73}" destId="{206D300D-1D6B-4F8D-AF70-64E329778065}" srcOrd="1" destOrd="0" presId="urn:microsoft.com/office/officeart/2005/8/layout/hList6"/>
    <dgm:cxn modelId="{42CBA03B-EBFE-4AC6-BECC-10C0C12E3EC1}" type="presParOf" srcId="{E3876F02-7593-4093-B8B0-34BF57B51A73}" destId="{A1837022-B346-448E-9CAF-011C04633289}" srcOrd="2" destOrd="0" presId="urn:microsoft.com/office/officeart/2005/8/layout/hList6"/>
    <dgm:cxn modelId="{50DA6ACC-C5B8-4BCC-B213-4A60ACB88136}" type="presParOf" srcId="{E3876F02-7593-4093-B8B0-34BF57B51A73}" destId="{59563048-2658-4264-A62A-CAE0D02D2123}" srcOrd="3" destOrd="0" presId="urn:microsoft.com/office/officeart/2005/8/layout/hList6"/>
    <dgm:cxn modelId="{F9D6D5DC-C930-429B-B820-F7BBD943F885}" type="presParOf" srcId="{E3876F02-7593-4093-B8B0-34BF57B51A73}" destId="{0ACAAB77-7D08-494E-BB34-197A6B3C25C1}" srcOrd="4" destOrd="0" presId="urn:microsoft.com/office/officeart/2005/8/layout/hList6"/>
    <dgm:cxn modelId="{FDD02272-BD1F-4900-92C0-6D1646067F72}" type="presParOf" srcId="{E3876F02-7593-4093-B8B0-34BF57B51A73}" destId="{F1F1EE27-BDEF-4904-88E5-CA860AC785FA}" srcOrd="5" destOrd="0" presId="urn:microsoft.com/office/officeart/2005/8/layout/hList6"/>
    <dgm:cxn modelId="{78A4E8FC-9C84-4FB4-AD81-D17F0902FD76}" type="presParOf" srcId="{E3876F02-7593-4093-B8B0-34BF57B51A73}" destId="{CD323E57-2734-4951-A513-11A99FC185F6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60D3CE-D493-43AA-9FF5-CFAAEDE9CA15}" type="doc">
      <dgm:prSet loTypeId="urn:microsoft.com/office/officeart/2005/8/layout/hList7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D427D15C-F4A2-4F7C-B416-9FDC043397E5}">
      <dgm:prSet custT="1"/>
      <dgm:spPr/>
      <dgm:t>
        <a:bodyPr/>
        <a:lstStyle/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라이브러리 </a:t>
          </a:r>
          <a:endParaRPr lang="ru-RU" altLang="ko-KR" sz="16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설치 오류</a:t>
          </a:r>
          <a:endParaRPr lang="ko-KR" sz="16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BF33A508-BF5A-459B-B602-AA3E208201A3}" type="parTrans" cxnId="{D6280592-C49D-4758-AC8E-2B529C0DA824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EE9DC660-321C-433F-8C61-DECE0D54761F}" type="sibTrans" cxnId="{D6280592-C49D-4758-AC8E-2B529C0DA824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AD6314B0-4531-4C10-B9BB-66634E6F1E36}">
      <dgm:prSet custT="1"/>
      <dgm:spPr/>
      <dgm:t>
        <a:bodyPr/>
        <a:lstStyle/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모델 경로 </a:t>
          </a:r>
          <a:endParaRPr lang="ru-RU" altLang="ko-KR" sz="16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문제</a:t>
          </a:r>
          <a:endParaRPr lang="ko-KR" sz="16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97B6ED8D-A99E-4054-AA0D-A3D011E506AA}" type="parTrans" cxnId="{3B152E3B-2AF6-46B8-8651-9761BC3017A9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12B946DA-EA2F-44A4-8F2A-96589CD3FC34}" type="sibTrans" cxnId="{3B152E3B-2AF6-46B8-8651-9761BC3017A9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8BFE70A9-66CE-4922-BCB3-2549D831E047}">
      <dgm:prSet custT="1"/>
      <dgm:spPr/>
      <dgm:t>
        <a:bodyPr/>
        <a:lstStyle/>
        <a:p>
          <a:pPr rtl="0" latinLnBrk="1"/>
          <a:r>
            <a:rPr lang="ko-KR" sz="16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JS와</a:t>
          </a:r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서버</a:t>
          </a:r>
          <a:endParaRPr lang="ru-RU" altLang="ko-KR" sz="16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</a:t>
          </a:r>
          <a:r>
            <a:rPr lang="ko-KR" sz="16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fetch</a:t>
          </a:r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통신 </a:t>
          </a:r>
          <a:endParaRPr lang="ru-RU" altLang="ko-KR" sz="16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오류</a:t>
          </a:r>
          <a:endParaRPr lang="ko-KR" sz="16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A965CC96-B19D-4AB5-9045-9432E44B966F}" type="parTrans" cxnId="{7C10037E-F9B5-45B0-A191-C40DA1220020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240AB3C9-CABC-41D3-912B-38B196C7D78E}" type="sibTrans" cxnId="{7C10037E-F9B5-45B0-A191-C40DA1220020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633C7730-178E-446C-B949-BBDFC51A69BF}">
      <dgm:prSet custT="1"/>
      <dgm:spPr/>
      <dgm:t>
        <a:bodyPr/>
        <a:lstStyle/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하나씩 </a:t>
          </a:r>
          <a:endParaRPr lang="ru-RU" altLang="ko-KR" sz="16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디버깅하며 </a:t>
          </a:r>
          <a:endParaRPr lang="ru-RU" altLang="ko-KR" sz="16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rtl="0" latinLnBrk="1"/>
          <a:r>
            <a:rPr lang="ko-KR" sz="16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해결함</a:t>
          </a:r>
          <a:endParaRPr lang="ko-KR" sz="16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3BA16796-1010-4B46-A6FF-46D22ED1B2D2}" type="parTrans" cxnId="{9AF64A49-F8B5-4827-A411-7A0078BCFD2E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7BCBB12A-DA92-498F-B7FC-564ADA28EBCF}" type="sibTrans" cxnId="{9AF64A49-F8B5-4827-A411-7A0078BCFD2E}">
      <dgm:prSet/>
      <dgm:spPr/>
      <dgm:t>
        <a:bodyPr/>
        <a:lstStyle/>
        <a:p>
          <a:pPr latinLnBrk="1"/>
          <a:endParaRPr lang="ko-KR" altLang="en-US" sz="200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gm:t>
    </dgm:pt>
    <dgm:pt modelId="{0B241C11-7ED7-4BAC-8618-12E8B8BB9BE9}" type="pres">
      <dgm:prSet presAssocID="{9160D3CE-D493-43AA-9FF5-CFAAEDE9CA15}" presName="Name0" presStyleCnt="0">
        <dgm:presLayoutVars>
          <dgm:dir/>
          <dgm:resizeHandles val="exact"/>
        </dgm:presLayoutVars>
      </dgm:prSet>
      <dgm:spPr/>
    </dgm:pt>
    <dgm:pt modelId="{3BC0FAE6-08BE-4620-AFD8-38A6EFE00B3D}" type="pres">
      <dgm:prSet presAssocID="{9160D3CE-D493-43AA-9FF5-CFAAEDE9CA15}" presName="fgShape" presStyleLbl="fgShp" presStyleIdx="0" presStyleCnt="1"/>
      <dgm:spPr/>
    </dgm:pt>
    <dgm:pt modelId="{660B3D60-DA79-44D5-9787-DBE046138C4B}" type="pres">
      <dgm:prSet presAssocID="{9160D3CE-D493-43AA-9FF5-CFAAEDE9CA15}" presName="linComp" presStyleCnt="0"/>
      <dgm:spPr/>
    </dgm:pt>
    <dgm:pt modelId="{FA341CCB-8C9F-492F-92DF-ABDE12ED7A73}" type="pres">
      <dgm:prSet presAssocID="{D427D15C-F4A2-4F7C-B416-9FDC043397E5}" presName="compNode" presStyleCnt="0"/>
      <dgm:spPr/>
    </dgm:pt>
    <dgm:pt modelId="{87B646BF-6F94-48D7-8B45-63CA7A9A9131}" type="pres">
      <dgm:prSet presAssocID="{D427D15C-F4A2-4F7C-B416-9FDC043397E5}" presName="bkgdShape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E67572EF-D09F-45D0-A696-62B05F0AA4FB}" type="pres">
      <dgm:prSet presAssocID="{D427D15C-F4A2-4F7C-B416-9FDC043397E5}" presName="nodeTx" presStyleLbl="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BCAACB-1385-40D9-9FA8-AA33085AE25D}" type="pres">
      <dgm:prSet presAssocID="{D427D15C-F4A2-4F7C-B416-9FDC043397E5}" presName="invisiNode" presStyleLbl="node1" presStyleIdx="0" presStyleCnt="4"/>
      <dgm:spPr/>
    </dgm:pt>
    <dgm:pt modelId="{6BA8FE85-3DF5-4FDB-B044-277C1339952C}" type="pres">
      <dgm:prSet presAssocID="{D427D15C-F4A2-4F7C-B416-9FDC043397E5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E01532B5-44F7-464A-A4CD-57CF1925B54F}" type="pres">
      <dgm:prSet presAssocID="{EE9DC660-321C-433F-8C61-DECE0D54761F}" presName="sibTrans" presStyleLbl="sibTrans2D1" presStyleIdx="0" presStyleCnt="0"/>
      <dgm:spPr/>
    </dgm:pt>
    <dgm:pt modelId="{AD3AA8FE-6C6D-4C00-BC97-DC8A2BB3B8B6}" type="pres">
      <dgm:prSet presAssocID="{AD6314B0-4531-4C10-B9BB-66634E6F1E36}" presName="compNode" presStyleCnt="0"/>
      <dgm:spPr/>
    </dgm:pt>
    <dgm:pt modelId="{4E137082-6DEF-4935-B39C-1308F7E90AC3}" type="pres">
      <dgm:prSet presAssocID="{AD6314B0-4531-4C10-B9BB-66634E6F1E36}" presName="bkgdShape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6777F9E7-9228-49A7-94C4-543CEBBC6CBF}" type="pres">
      <dgm:prSet presAssocID="{AD6314B0-4531-4C10-B9BB-66634E6F1E36}" presName="nodeTx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54D7B23-F8A0-4A0B-BA4D-03DA3EFF98E4}" type="pres">
      <dgm:prSet presAssocID="{AD6314B0-4531-4C10-B9BB-66634E6F1E36}" presName="invisiNode" presStyleLbl="node1" presStyleIdx="1" presStyleCnt="4"/>
      <dgm:spPr/>
    </dgm:pt>
    <dgm:pt modelId="{F31DF19B-6469-4390-A848-079534F78492}" type="pres">
      <dgm:prSet presAssocID="{AD6314B0-4531-4C10-B9BB-66634E6F1E36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D1D5D4C-9D9E-408F-8D28-03C125724C4F}" type="pres">
      <dgm:prSet presAssocID="{12B946DA-EA2F-44A4-8F2A-96589CD3FC34}" presName="sibTrans" presStyleLbl="sibTrans2D1" presStyleIdx="0" presStyleCnt="0"/>
      <dgm:spPr/>
    </dgm:pt>
    <dgm:pt modelId="{3ECEB748-B687-462F-9CAF-0926387C26F4}" type="pres">
      <dgm:prSet presAssocID="{8BFE70A9-66CE-4922-BCB3-2549D831E047}" presName="compNode" presStyleCnt="0"/>
      <dgm:spPr/>
    </dgm:pt>
    <dgm:pt modelId="{78566F3D-7D41-42EC-BB32-5437DD5CFE0A}" type="pres">
      <dgm:prSet presAssocID="{8BFE70A9-66CE-4922-BCB3-2549D831E047}" presName="bkgdShape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073358C8-4F60-4743-BB35-A8EBEC834AD1}" type="pres">
      <dgm:prSet presAssocID="{8BFE70A9-66CE-4922-BCB3-2549D831E047}" presName="nodeTx" presStyleLbl="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EC98C98-85D9-4D7C-B695-719E617263C5}" type="pres">
      <dgm:prSet presAssocID="{8BFE70A9-66CE-4922-BCB3-2549D831E047}" presName="invisiNode" presStyleLbl="node1" presStyleIdx="2" presStyleCnt="4"/>
      <dgm:spPr/>
    </dgm:pt>
    <dgm:pt modelId="{C579E8C8-C18F-4E0A-8E2C-5A7822F7DB2F}" type="pres">
      <dgm:prSet presAssocID="{8BFE70A9-66CE-4922-BCB3-2549D831E047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8909CEE-A41A-40B6-B6C2-EC6F0EEE385A}" type="pres">
      <dgm:prSet presAssocID="{240AB3C9-CABC-41D3-912B-38B196C7D78E}" presName="sibTrans" presStyleLbl="sibTrans2D1" presStyleIdx="0" presStyleCnt="0"/>
      <dgm:spPr/>
    </dgm:pt>
    <dgm:pt modelId="{07ABC60C-F8BE-4368-9C9B-18DCB8C08907}" type="pres">
      <dgm:prSet presAssocID="{633C7730-178E-446C-B949-BBDFC51A69BF}" presName="compNode" presStyleCnt="0"/>
      <dgm:spPr/>
    </dgm:pt>
    <dgm:pt modelId="{442EC234-9DE0-4FF8-B45C-DF6BDDDA70FD}" type="pres">
      <dgm:prSet presAssocID="{633C7730-178E-446C-B949-BBDFC51A69BF}" presName="bkgdShape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ACBBCF71-6866-410B-87B2-CB30F552DDF0}" type="pres">
      <dgm:prSet presAssocID="{633C7730-178E-446C-B949-BBDFC51A69BF}" presName="nodeTx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61E922E-46B8-4270-955E-B32E04B1FF84}" type="pres">
      <dgm:prSet presAssocID="{633C7730-178E-446C-B949-BBDFC51A69BF}" presName="invisiNode" presStyleLbl="node1" presStyleIdx="3" presStyleCnt="4"/>
      <dgm:spPr/>
    </dgm:pt>
    <dgm:pt modelId="{BAD0A839-F130-4D90-960B-E760799C148B}" type="pres">
      <dgm:prSet presAssocID="{633C7730-178E-446C-B949-BBDFC51A69BF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E57C0911-0189-4630-9F8E-3692A8E85810}" type="presOf" srcId="{633C7730-178E-446C-B949-BBDFC51A69BF}" destId="{ACBBCF71-6866-410B-87B2-CB30F552DDF0}" srcOrd="1" destOrd="0" presId="urn:microsoft.com/office/officeart/2005/8/layout/hList7"/>
    <dgm:cxn modelId="{9AF64A49-F8B5-4827-A411-7A0078BCFD2E}" srcId="{9160D3CE-D493-43AA-9FF5-CFAAEDE9CA15}" destId="{633C7730-178E-446C-B949-BBDFC51A69BF}" srcOrd="3" destOrd="0" parTransId="{3BA16796-1010-4B46-A6FF-46D22ED1B2D2}" sibTransId="{7BCBB12A-DA92-498F-B7FC-564ADA28EBCF}"/>
    <dgm:cxn modelId="{45070946-7090-439D-80A3-BC9CE1DE9FD6}" type="presOf" srcId="{AD6314B0-4531-4C10-B9BB-66634E6F1E36}" destId="{6777F9E7-9228-49A7-94C4-543CEBBC6CBF}" srcOrd="1" destOrd="0" presId="urn:microsoft.com/office/officeart/2005/8/layout/hList7"/>
    <dgm:cxn modelId="{C097357E-D152-4A26-B49E-2C8938F8284D}" type="presOf" srcId="{8BFE70A9-66CE-4922-BCB3-2549D831E047}" destId="{073358C8-4F60-4743-BB35-A8EBEC834AD1}" srcOrd="1" destOrd="0" presId="urn:microsoft.com/office/officeart/2005/8/layout/hList7"/>
    <dgm:cxn modelId="{ADCFE5F7-9EB4-444F-8477-E70C4D361D16}" type="presOf" srcId="{12B946DA-EA2F-44A4-8F2A-96589CD3FC34}" destId="{FD1D5D4C-9D9E-408F-8D28-03C125724C4F}" srcOrd="0" destOrd="0" presId="urn:microsoft.com/office/officeart/2005/8/layout/hList7"/>
    <dgm:cxn modelId="{1776E303-3ABD-4DC0-BC8C-B15D0B2409C3}" type="presOf" srcId="{AD6314B0-4531-4C10-B9BB-66634E6F1E36}" destId="{4E137082-6DEF-4935-B39C-1308F7E90AC3}" srcOrd="0" destOrd="0" presId="urn:microsoft.com/office/officeart/2005/8/layout/hList7"/>
    <dgm:cxn modelId="{BE275360-3659-47C0-845D-1CB4362C4338}" type="presOf" srcId="{EE9DC660-321C-433F-8C61-DECE0D54761F}" destId="{E01532B5-44F7-464A-A4CD-57CF1925B54F}" srcOrd="0" destOrd="0" presId="urn:microsoft.com/office/officeart/2005/8/layout/hList7"/>
    <dgm:cxn modelId="{7C10037E-F9B5-45B0-A191-C40DA1220020}" srcId="{9160D3CE-D493-43AA-9FF5-CFAAEDE9CA15}" destId="{8BFE70A9-66CE-4922-BCB3-2549D831E047}" srcOrd="2" destOrd="0" parTransId="{A965CC96-B19D-4AB5-9045-9432E44B966F}" sibTransId="{240AB3C9-CABC-41D3-912B-38B196C7D78E}"/>
    <dgm:cxn modelId="{3C6CBC0A-BCF7-4969-9AA8-20858E96B250}" type="presOf" srcId="{D427D15C-F4A2-4F7C-B416-9FDC043397E5}" destId="{E67572EF-D09F-45D0-A696-62B05F0AA4FB}" srcOrd="1" destOrd="0" presId="urn:microsoft.com/office/officeart/2005/8/layout/hList7"/>
    <dgm:cxn modelId="{D6280592-C49D-4758-AC8E-2B529C0DA824}" srcId="{9160D3CE-D493-43AA-9FF5-CFAAEDE9CA15}" destId="{D427D15C-F4A2-4F7C-B416-9FDC043397E5}" srcOrd="0" destOrd="0" parTransId="{BF33A508-BF5A-459B-B602-AA3E208201A3}" sibTransId="{EE9DC660-321C-433F-8C61-DECE0D54761F}"/>
    <dgm:cxn modelId="{C441B50B-05F5-4FA3-BB66-B0951FB3436D}" type="presOf" srcId="{9160D3CE-D493-43AA-9FF5-CFAAEDE9CA15}" destId="{0B241C11-7ED7-4BAC-8618-12E8B8BB9BE9}" srcOrd="0" destOrd="0" presId="urn:microsoft.com/office/officeart/2005/8/layout/hList7"/>
    <dgm:cxn modelId="{842A4D24-BB19-42CD-8B09-1148E5EA8D9C}" type="presOf" srcId="{D427D15C-F4A2-4F7C-B416-9FDC043397E5}" destId="{87B646BF-6F94-48D7-8B45-63CA7A9A9131}" srcOrd="0" destOrd="0" presId="urn:microsoft.com/office/officeart/2005/8/layout/hList7"/>
    <dgm:cxn modelId="{3B152E3B-2AF6-46B8-8651-9761BC3017A9}" srcId="{9160D3CE-D493-43AA-9FF5-CFAAEDE9CA15}" destId="{AD6314B0-4531-4C10-B9BB-66634E6F1E36}" srcOrd="1" destOrd="0" parTransId="{97B6ED8D-A99E-4054-AA0D-A3D011E506AA}" sibTransId="{12B946DA-EA2F-44A4-8F2A-96589CD3FC34}"/>
    <dgm:cxn modelId="{48CF779D-FF36-4D85-BBD9-F22594266584}" type="presOf" srcId="{240AB3C9-CABC-41D3-912B-38B196C7D78E}" destId="{68909CEE-A41A-40B6-B6C2-EC6F0EEE385A}" srcOrd="0" destOrd="0" presId="urn:microsoft.com/office/officeart/2005/8/layout/hList7"/>
    <dgm:cxn modelId="{B9963B79-DEF2-4836-AA2F-DDB5451662A9}" type="presOf" srcId="{633C7730-178E-446C-B949-BBDFC51A69BF}" destId="{442EC234-9DE0-4FF8-B45C-DF6BDDDA70FD}" srcOrd="0" destOrd="0" presId="urn:microsoft.com/office/officeart/2005/8/layout/hList7"/>
    <dgm:cxn modelId="{5316106F-A7B2-4D14-9626-CDBE0E045D99}" type="presOf" srcId="{8BFE70A9-66CE-4922-BCB3-2549D831E047}" destId="{78566F3D-7D41-42EC-BB32-5437DD5CFE0A}" srcOrd="0" destOrd="0" presId="urn:microsoft.com/office/officeart/2005/8/layout/hList7"/>
    <dgm:cxn modelId="{E21C289E-5999-489E-B59F-540BB602AB6E}" type="presParOf" srcId="{0B241C11-7ED7-4BAC-8618-12E8B8BB9BE9}" destId="{3BC0FAE6-08BE-4620-AFD8-38A6EFE00B3D}" srcOrd="0" destOrd="0" presId="urn:microsoft.com/office/officeart/2005/8/layout/hList7"/>
    <dgm:cxn modelId="{D80EEBD5-95BC-4C44-A837-3E403ADE0C3D}" type="presParOf" srcId="{0B241C11-7ED7-4BAC-8618-12E8B8BB9BE9}" destId="{660B3D60-DA79-44D5-9787-DBE046138C4B}" srcOrd="1" destOrd="0" presId="urn:microsoft.com/office/officeart/2005/8/layout/hList7"/>
    <dgm:cxn modelId="{DD1453A4-E71F-43BC-85F7-BA840A27DC85}" type="presParOf" srcId="{660B3D60-DA79-44D5-9787-DBE046138C4B}" destId="{FA341CCB-8C9F-492F-92DF-ABDE12ED7A73}" srcOrd="0" destOrd="0" presId="urn:microsoft.com/office/officeart/2005/8/layout/hList7"/>
    <dgm:cxn modelId="{48A6C12C-869E-43A4-BC34-870D805B1EED}" type="presParOf" srcId="{FA341CCB-8C9F-492F-92DF-ABDE12ED7A73}" destId="{87B646BF-6F94-48D7-8B45-63CA7A9A9131}" srcOrd="0" destOrd="0" presId="urn:microsoft.com/office/officeart/2005/8/layout/hList7"/>
    <dgm:cxn modelId="{E4A5567B-6709-4D76-BCE8-5870CF6A2F90}" type="presParOf" srcId="{FA341CCB-8C9F-492F-92DF-ABDE12ED7A73}" destId="{E67572EF-D09F-45D0-A696-62B05F0AA4FB}" srcOrd="1" destOrd="0" presId="urn:microsoft.com/office/officeart/2005/8/layout/hList7"/>
    <dgm:cxn modelId="{1EA83AB6-42F4-4945-BCF7-94792667FB07}" type="presParOf" srcId="{FA341CCB-8C9F-492F-92DF-ABDE12ED7A73}" destId="{6EBCAACB-1385-40D9-9FA8-AA33085AE25D}" srcOrd="2" destOrd="0" presId="urn:microsoft.com/office/officeart/2005/8/layout/hList7"/>
    <dgm:cxn modelId="{9AD66256-5D5A-4368-934D-905D38AD5399}" type="presParOf" srcId="{FA341CCB-8C9F-492F-92DF-ABDE12ED7A73}" destId="{6BA8FE85-3DF5-4FDB-B044-277C1339952C}" srcOrd="3" destOrd="0" presId="urn:microsoft.com/office/officeart/2005/8/layout/hList7"/>
    <dgm:cxn modelId="{425C1AD9-A3BB-4611-9C7D-BF77EAC0B0BD}" type="presParOf" srcId="{660B3D60-DA79-44D5-9787-DBE046138C4B}" destId="{E01532B5-44F7-464A-A4CD-57CF1925B54F}" srcOrd="1" destOrd="0" presId="urn:microsoft.com/office/officeart/2005/8/layout/hList7"/>
    <dgm:cxn modelId="{AE3F533F-FCDE-4D5B-A172-3B886561AE2B}" type="presParOf" srcId="{660B3D60-DA79-44D5-9787-DBE046138C4B}" destId="{AD3AA8FE-6C6D-4C00-BC97-DC8A2BB3B8B6}" srcOrd="2" destOrd="0" presId="urn:microsoft.com/office/officeart/2005/8/layout/hList7"/>
    <dgm:cxn modelId="{E322D886-824E-4AD5-83D2-8C42B5AD3D9D}" type="presParOf" srcId="{AD3AA8FE-6C6D-4C00-BC97-DC8A2BB3B8B6}" destId="{4E137082-6DEF-4935-B39C-1308F7E90AC3}" srcOrd="0" destOrd="0" presId="urn:microsoft.com/office/officeart/2005/8/layout/hList7"/>
    <dgm:cxn modelId="{43C8A17A-64E0-43DB-B322-D18C656D82E8}" type="presParOf" srcId="{AD3AA8FE-6C6D-4C00-BC97-DC8A2BB3B8B6}" destId="{6777F9E7-9228-49A7-94C4-543CEBBC6CBF}" srcOrd="1" destOrd="0" presId="urn:microsoft.com/office/officeart/2005/8/layout/hList7"/>
    <dgm:cxn modelId="{62E490A3-2184-4A69-B1A2-6000ED6D6186}" type="presParOf" srcId="{AD3AA8FE-6C6D-4C00-BC97-DC8A2BB3B8B6}" destId="{154D7B23-F8A0-4A0B-BA4D-03DA3EFF98E4}" srcOrd="2" destOrd="0" presId="urn:microsoft.com/office/officeart/2005/8/layout/hList7"/>
    <dgm:cxn modelId="{8ABBB1BF-BD94-477A-94F3-562975643281}" type="presParOf" srcId="{AD3AA8FE-6C6D-4C00-BC97-DC8A2BB3B8B6}" destId="{F31DF19B-6469-4390-A848-079534F78492}" srcOrd="3" destOrd="0" presId="urn:microsoft.com/office/officeart/2005/8/layout/hList7"/>
    <dgm:cxn modelId="{6808FD43-FF61-4D72-8EB6-7546DBC37936}" type="presParOf" srcId="{660B3D60-DA79-44D5-9787-DBE046138C4B}" destId="{FD1D5D4C-9D9E-408F-8D28-03C125724C4F}" srcOrd="3" destOrd="0" presId="urn:microsoft.com/office/officeart/2005/8/layout/hList7"/>
    <dgm:cxn modelId="{12FF3F94-21A9-48EA-9675-FC6422771BE7}" type="presParOf" srcId="{660B3D60-DA79-44D5-9787-DBE046138C4B}" destId="{3ECEB748-B687-462F-9CAF-0926387C26F4}" srcOrd="4" destOrd="0" presId="urn:microsoft.com/office/officeart/2005/8/layout/hList7"/>
    <dgm:cxn modelId="{8E7A3972-E860-4359-9A0F-AB9A8FA69F6F}" type="presParOf" srcId="{3ECEB748-B687-462F-9CAF-0926387C26F4}" destId="{78566F3D-7D41-42EC-BB32-5437DD5CFE0A}" srcOrd="0" destOrd="0" presId="urn:microsoft.com/office/officeart/2005/8/layout/hList7"/>
    <dgm:cxn modelId="{13A77861-F3D3-4BBD-BDFF-297DC41B7C8A}" type="presParOf" srcId="{3ECEB748-B687-462F-9CAF-0926387C26F4}" destId="{073358C8-4F60-4743-BB35-A8EBEC834AD1}" srcOrd="1" destOrd="0" presId="urn:microsoft.com/office/officeart/2005/8/layout/hList7"/>
    <dgm:cxn modelId="{9A797B64-E243-4E86-8DEA-965144F2AE9B}" type="presParOf" srcId="{3ECEB748-B687-462F-9CAF-0926387C26F4}" destId="{2EC98C98-85D9-4D7C-B695-719E617263C5}" srcOrd="2" destOrd="0" presId="urn:microsoft.com/office/officeart/2005/8/layout/hList7"/>
    <dgm:cxn modelId="{12681A37-EDC3-4720-B94A-579579B6980B}" type="presParOf" srcId="{3ECEB748-B687-462F-9CAF-0926387C26F4}" destId="{C579E8C8-C18F-4E0A-8E2C-5A7822F7DB2F}" srcOrd="3" destOrd="0" presId="urn:microsoft.com/office/officeart/2005/8/layout/hList7"/>
    <dgm:cxn modelId="{301D156C-1442-4CE5-8723-7AC600D1F334}" type="presParOf" srcId="{660B3D60-DA79-44D5-9787-DBE046138C4B}" destId="{68909CEE-A41A-40B6-B6C2-EC6F0EEE385A}" srcOrd="5" destOrd="0" presId="urn:microsoft.com/office/officeart/2005/8/layout/hList7"/>
    <dgm:cxn modelId="{3166799C-8A05-45D3-B52C-FFD52A93B29A}" type="presParOf" srcId="{660B3D60-DA79-44D5-9787-DBE046138C4B}" destId="{07ABC60C-F8BE-4368-9C9B-18DCB8C08907}" srcOrd="6" destOrd="0" presId="urn:microsoft.com/office/officeart/2005/8/layout/hList7"/>
    <dgm:cxn modelId="{1202E638-9AF2-4ED1-A218-49FEA7EEFFD0}" type="presParOf" srcId="{07ABC60C-F8BE-4368-9C9B-18DCB8C08907}" destId="{442EC234-9DE0-4FF8-B45C-DF6BDDDA70FD}" srcOrd="0" destOrd="0" presId="urn:microsoft.com/office/officeart/2005/8/layout/hList7"/>
    <dgm:cxn modelId="{2FCE1F02-949B-4F7C-ABFB-D85EF01C08FC}" type="presParOf" srcId="{07ABC60C-F8BE-4368-9C9B-18DCB8C08907}" destId="{ACBBCF71-6866-410B-87B2-CB30F552DDF0}" srcOrd="1" destOrd="0" presId="urn:microsoft.com/office/officeart/2005/8/layout/hList7"/>
    <dgm:cxn modelId="{AAFD65D2-4634-46CB-A1E2-52A68FC5661B}" type="presParOf" srcId="{07ABC60C-F8BE-4368-9C9B-18DCB8C08907}" destId="{E61E922E-46B8-4270-955E-B32E04B1FF84}" srcOrd="2" destOrd="0" presId="urn:microsoft.com/office/officeart/2005/8/layout/hList7"/>
    <dgm:cxn modelId="{975602BC-2000-4685-9425-903C12E33578}" type="presParOf" srcId="{07ABC60C-F8BE-4368-9C9B-18DCB8C08907}" destId="{BAD0A839-F130-4D90-960B-E760799C148B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5562B-B731-4BE0-9E34-27B81084B446}">
      <dsp:nvSpPr>
        <dsp:cNvPr id="0" name=""/>
        <dsp:cNvSpPr/>
      </dsp:nvSpPr>
      <dsp:spPr>
        <a:xfrm>
          <a:off x="907" y="970320"/>
          <a:ext cx="3538930" cy="21233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AI</a:t>
          </a:r>
          <a:r>
            <a:rPr lang="ko-KR" altLang="en-US" sz="24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를 활용해 뉴스가 가짜인지 예측해주는 웹사이트를 만들었습니다</a:t>
          </a:r>
          <a:r>
            <a:rPr lang="en-US" altLang="ko-KR" sz="24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.</a:t>
          </a:r>
          <a:endParaRPr lang="ko-KR" altLang="en-US" sz="240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907" y="970320"/>
        <a:ext cx="3538930" cy="2123358"/>
      </dsp:txXfrm>
    </dsp:sp>
    <dsp:sp modelId="{7B379269-D138-4063-A6EE-2AC9B7E9EA41}">
      <dsp:nvSpPr>
        <dsp:cNvPr id="0" name=""/>
        <dsp:cNvSpPr/>
      </dsp:nvSpPr>
      <dsp:spPr>
        <a:xfrm>
          <a:off x="3893731" y="970320"/>
          <a:ext cx="3538930" cy="21233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4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사용자는 기사 텍스트를 입력하고 버튼을 누르면 결과가 나옵니다</a:t>
          </a:r>
          <a:r>
            <a:rPr lang="en-US" altLang="ko-KR" sz="24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.</a:t>
          </a:r>
          <a:endParaRPr lang="ko-KR" altLang="en-US" sz="240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3893731" y="970320"/>
        <a:ext cx="3538930" cy="2123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ACD8C-51F6-4814-AEE5-F07B3DDAAC21}">
      <dsp:nvSpPr>
        <dsp:cNvPr id="0" name=""/>
        <dsp:cNvSpPr/>
      </dsp:nvSpPr>
      <dsp:spPr>
        <a:xfrm>
          <a:off x="1421" y="0"/>
          <a:ext cx="1489769" cy="4064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Python</a:t>
          </a:r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Flask</a:t>
          </a:r>
          <a:endParaRPr lang="ko-KR" altLang="en-US" sz="2000" kern="12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1421" y="1625600"/>
        <a:ext cx="1489769" cy="1625600"/>
      </dsp:txXfrm>
    </dsp:sp>
    <dsp:sp modelId="{9F8A6BCA-4B61-4376-A021-A33754756929}">
      <dsp:nvSpPr>
        <dsp:cNvPr id="0" name=""/>
        <dsp:cNvSpPr/>
      </dsp:nvSpPr>
      <dsp:spPr>
        <a:xfrm>
          <a:off x="69650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7C8E218-11A0-47D8-BF24-43C91EEDD0F1}">
      <dsp:nvSpPr>
        <dsp:cNvPr id="0" name=""/>
        <dsp:cNvSpPr/>
      </dsp:nvSpPr>
      <dsp:spPr>
        <a:xfrm>
          <a:off x="1535883" y="0"/>
          <a:ext cx="1489769" cy="4064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scikit</a:t>
          </a:r>
          <a:r>
            <a:rPr lang="en-US" sz="18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-learn</a:t>
          </a:r>
        </a:p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joblib</a:t>
          </a:r>
          <a:endParaRPr lang="ko-KR" altLang="en-US" sz="1800" kern="12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1535883" y="1625600"/>
        <a:ext cx="1489769" cy="1625600"/>
      </dsp:txXfrm>
    </dsp:sp>
    <dsp:sp modelId="{85A4C6F4-1746-4ABE-8E31-7F3B1AEBE89E}">
      <dsp:nvSpPr>
        <dsp:cNvPr id="0" name=""/>
        <dsp:cNvSpPr/>
      </dsp:nvSpPr>
      <dsp:spPr>
        <a:xfrm>
          <a:off x="1604112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2AA12FE-ED9E-4D97-822F-AE2D6D946007}">
      <dsp:nvSpPr>
        <dsp:cNvPr id="0" name=""/>
        <dsp:cNvSpPr/>
      </dsp:nvSpPr>
      <dsp:spPr>
        <a:xfrm>
          <a:off x="3070346" y="0"/>
          <a:ext cx="1489769" cy="4064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HTML</a:t>
          </a:r>
        </a:p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CSS</a:t>
          </a:r>
        </a:p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JS</a:t>
          </a:r>
          <a:endParaRPr lang="ko-KR" altLang="en-US" sz="1800" kern="12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3070346" y="1625600"/>
        <a:ext cx="1489769" cy="1625600"/>
      </dsp:txXfrm>
    </dsp:sp>
    <dsp:sp modelId="{BBD2803F-578A-4558-AE9B-7D074888BCA0}">
      <dsp:nvSpPr>
        <dsp:cNvPr id="0" name=""/>
        <dsp:cNvSpPr/>
      </dsp:nvSpPr>
      <dsp:spPr>
        <a:xfrm>
          <a:off x="3138575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00B5D68-C126-4F54-9B4F-276A5C98983A}">
      <dsp:nvSpPr>
        <dsp:cNvPr id="0" name=""/>
        <dsp:cNvSpPr/>
      </dsp:nvSpPr>
      <dsp:spPr>
        <a:xfrm>
          <a:off x="4604809" y="0"/>
          <a:ext cx="1489769" cy="4064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VS Code</a:t>
          </a:r>
          <a:endParaRPr lang="ko-KR" altLang="en-US" sz="1800" kern="1200" dirty="0"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4604809" y="1625600"/>
        <a:ext cx="1489769" cy="1625600"/>
      </dsp:txXfrm>
    </dsp:sp>
    <dsp:sp modelId="{52FA5C37-D562-477C-8228-CAEEA7CD3CDD}">
      <dsp:nvSpPr>
        <dsp:cNvPr id="0" name=""/>
        <dsp:cNvSpPr/>
      </dsp:nvSpPr>
      <dsp:spPr>
        <a:xfrm>
          <a:off x="4673037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C966725-3F28-497D-B61E-4DB38B5E4FFE}">
      <dsp:nvSpPr>
        <dsp:cNvPr id="0" name=""/>
        <dsp:cNvSpPr/>
      </dsp:nvSpPr>
      <dsp:spPr>
        <a:xfrm>
          <a:off x="243839" y="3251200"/>
          <a:ext cx="5608320" cy="609600"/>
        </a:xfrm>
        <a:prstGeom prst="leftRightArrow">
          <a:avLst/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46BC8-7A6E-4863-B5D1-61D33A0E2C61}">
      <dsp:nvSpPr>
        <dsp:cNvPr id="0" name=""/>
        <dsp:cNvSpPr/>
      </dsp:nvSpPr>
      <dsp:spPr>
        <a:xfrm>
          <a:off x="0" y="691131"/>
          <a:ext cx="5937755" cy="428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39906-0E6A-48D8-9F2B-068030E53BBB}">
      <dsp:nvSpPr>
        <dsp:cNvPr id="0" name=""/>
        <dsp:cNvSpPr/>
      </dsp:nvSpPr>
      <dsp:spPr>
        <a:xfrm>
          <a:off x="296887" y="440211"/>
          <a:ext cx="415642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03" tIns="0" rIns="157103" bIns="0" numCol="1" spcCol="1270" anchor="ctr" anchorCtr="0">
          <a:noAutofit/>
        </a:bodyPr>
        <a:lstStyle/>
        <a:p>
          <a:pPr lvl="0" algn="l" defTabSz="7556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700" kern="1200" dirty="0" smtClean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 뉴스 입력 → AI 예측 → 시각적 결과 출력</a:t>
          </a:r>
          <a:endParaRPr lang="ko-KR" sz="1700" kern="1200" dirty="0">
            <a:solidFill>
              <a:srgbClr val="AFADD9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321385" y="464709"/>
        <a:ext cx="4107432" cy="452844"/>
      </dsp:txXfrm>
    </dsp:sp>
    <dsp:sp modelId="{6262503E-0113-4756-BD3A-C21678870AB2}">
      <dsp:nvSpPr>
        <dsp:cNvPr id="0" name=""/>
        <dsp:cNvSpPr/>
      </dsp:nvSpPr>
      <dsp:spPr>
        <a:xfrm>
          <a:off x="0" y="1462251"/>
          <a:ext cx="5937755" cy="428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E441C-DBE5-4A63-B480-0FE150FB58C3}">
      <dsp:nvSpPr>
        <dsp:cNvPr id="0" name=""/>
        <dsp:cNvSpPr/>
      </dsp:nvSpPr>
      <dsp:spPr>
        <a:xfrm>
          <a:off x="296887" y="1211331"/>
          <a:ext cx="415642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03" tIns="0" rIns="157103" bIns="0" numCol="1" spcCol="1270" anchor="ctr" anchorCtr="0">
          <a:noAutofit/>
        </a:bodyPr>
        <a:lstStyle/>
        <a:p>
          <a:pPr lvl="0" algn="l" defTabSz="7556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700" kern="1200" smtClean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 유사도 / 신뢰도 수치 표시</a:t>
          </a:r>
          <a:endParaRPr lang="ko-KR" sz="1700" kern="1200">
            <a:solidFill>
              <a:srgbClr val="AFADD9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321385" y="1235829"/>
        <a:ext cx="4107432" cy="452844"/>
      </dsp:txXfrm>
    </dsp:sp>
    <dsp:sp modelId="{28240AE0-BB4E-4750-A895-91E133242291}">
      <dsp:nvSpPr>
        <dsp:cNvPr id="0" name=""/>
        <dsp:cNvSpPr/>
      </dsp:nvSpPr>
      <dsp:spPr>
        <a:xfrm>
          <a:off x="0" y="2233371"/>
          <a:ext cx="5937755" cy="428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3DD7B-FC01-4A0D-AB0B-589E314CDB2A}">
      <dsp:nvSpPr>
        <dsp:cNvPr id="0" name=""/>
        <dsp:cNvSpPr/>
      </dsp:nvSpPr>
      <dsp:spPr>
        <a:xfrm>
          <a:off x="296887" y="1982451"/>
          <a:ext cx="415642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03" tIns="0" rIns="157103" bIns="0" numCol="1" spcCol="1270" anchor="ctr" anchorCtr="0">
          <a:noAutofit/>
        </a:bodyPr>
        <a:lstStyle/>
        <a:p>
          <a:pPr lvl="0" algn="l" defTabSz="7556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700" kern="1200" smtClean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- 이모지와 색상으로 구분</a:t>
          </a:r>
          <a:endParaRPr lang="ko-KR" sz="1700" kern="1200">
            <a:solidFill>
              <a:srgbClr val="AFADD9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321385" y="2006949"/>
        <a:ext cx="4107432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DB97D-ACD7-43E4-BE01-63F3E3D892FB}">
      <dsp:nvSpPr>
        <dsp:cNvPr id="0" name=""/>
        <dsp:cNvSpPr/>
      </dsp:nvSpPr>
      <dsp:spPr>
        <a:xfrm rot="16200000">
          <a:off x="-847205" y="848637"/>
          <a:ext cx="3101983" cy="1404708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0" tIns="0" rIns="101600" bIns="0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1.</a:t>
          </a:r>
          <a:endParaRPr lang="ru-RU" altLang="ko-KR" sz="1600" b="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HTML에서</a:t>
          </a: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텍스트 입력</a:t>
          </a:r>
          <a:endParaRPr lang="ko-KR" sz="1600" b="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 rot="5400000">
        <a:off x="1432" y="620397"/>
        <a:ext cx="1404708" cy="1861189"/>
      </dsp:txXfrm>
    </dsp:sp>
    <dsp:sp modelId="{A1837022-B346-448E-9CAF-011C04633289}">
      <dsp:nvSpPr>
        <dsp:cNvPr id="0" name=""/>
        <dsp:cNvSpPr/>
      </dsp:nvSpPr>
      <dsp:spPr>
        <a:xfrm rot="16200000">
          <a:off x="662855" y="848637"/>
          <a:ext cx="3101983" cy="1404708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0" tIns="0" rIns="101600" bIns="0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2.</a:t>
          </a:r>
          <a:endParaRPr lang="ru-RU" altLang="ko-KR" sz="1600" b="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JavaScript가</a:t>
          </a: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</a:t>
          </a:r>
          <a:r>
            <a:rPr lang="ko-KR" sz="1600" b="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fetch로</a:t>
          </a: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</a:t>
          </a:r>
          <a:r>
            <a:rPr lang="ko-KR" sz="1600" b="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Flask</a:t>
          </a: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서버에 전달</a:t>
          </a:r>
          <a:endParaRPr lang="ko-KR" sz="1600" b="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 rot="5400000">
        <a:off x="1511492" y="620397"/>
        <a:ext cx="1404708" cy="1861189"/>
      </dsp:txXfrm>
    </dsp:sp>
    <dsp:sp modelId="{0ACAAB77-7D08-494E-BB34-197A6B3C25C1}">
      <dsp:nvSpPr>
        <dsp:cNvPr id="0" name=""/>
        <dsp:cNvSpPr/>
      </dsp:nvSpPr>
      <dsp:spPr>
        <a:xfrm rot="16200000">
          <a:off x="2172916" y="848637"/>
          <a:ext cx="3101983" cy="1404708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0" tIns="0" rIns="101600" bIns="0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3.</a:t>
          </a:r>
          <a:endParaRPr lang="ru-RU" altLang="ko-KR" sz="1600" b="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Flask가</a:t>
          </a: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AI 모델로 예측 후 JSON 반환</a:t>
          </a:r>
          <a:endParaRPr lang="ko-KR" sz="1600" b="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 rot="5400000">
        <a:off x="3021553" y="620397"/>
        <a:ext cx="1404708" cy="1861189"/>
      </dsp:txXfrm>
    </dsp:sp>
    <dsp:sp modelId="{CD323E57-2734-4951-A513-11A99FC185F6}">
      <dsp:nvSpPr>
        <dsp:cNvPr id="0" name=""/>
        <dsp:cNvSpPr/>
      </dsp:nvSpPr>
      <dsp:spPr>
        <a:xfrm rot="16200000">
          <a:off x="3682977" y="848637"/>
          <a:ext cx="3101983" cy="1404708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0" tIns="0" rIns="101600" bIns="0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4.</a:t>
          </a:r>
          <a:endParaRPr lang="ru-RU" altLang="ko-KR" sz="1600" b="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b="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결과를 다시 화면에 출력</a:t>
          </a:r>
          <a:endParaRPr lang="ko-KR" sz="1600" b="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 rot="5400000">
        <a:off x="4531614" y="620397"/>
        <a:ext cx="1404708" cy="18611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646BF-6F94-48D7-8B45-63CA7A9A9131}">
      <dsp:nvSpPr>
        <dsp:cNvPr id="0" name=""/>
        <dsp:cNvSpPr/>
      </dsp:nvSpPr>
      <dsp:spPr>
        <a:xfrm>
          <a:off x="1384" y="0"/>
          <a:ext cx="1451096" cy="3101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라이브러리 </a:t>
          </a:r>
          <a:endParaRPr lang="ru-RU" altLang="ko-KR" sz="160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설치 오류</a:t>
          </a:r>
          <a:endParaRPr lang="ko-KR" sz="160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1384" y="1240793"/>
        <a:ext cx="1451096" cy="1240793"/>
      </dsp:txXfrm>
    </dsp:sp>
    <dsp:sp modelId="{6BA8FE85-3DF5-4FDB-B044-277C1339952C}">
      <dsp:nvSpPr>
        <dsp:cNvPr id="0" name=""/>
        <dsp:cNvSpPr/>
      </dsp:nvSpPr>
      <dsp:spPr>
        <a:xfrm>
          <a:off x="210452" y="186118"/>
          <a:ext cx="1032960" cy="10329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E137082-6DEF-4935-B39C-1308F7E90AC3}">
      <dsp:nvSpPr>
        <dsp:cNvPr id="0" name=""/>
        <dsp:cNvSpPr/>
      </dsp:nvSpPr>
      <dsp:spPr>
        <a:xfrm>
          <a:off x="1496014" y="0"/>
          <a:ext cx="1451096" cy="3101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모델 경로 </a:t>
          </a:r>
          <a:endParaRPr lang="ru-RU" altLang="ko-KR" sz="160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문제</a:t>
          </a:r>
          <a:endParaRPr lang="ko-KR" sz="160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1496014" y="1240793"/>
        <a:ext cx="1451096" cy="1240793"/>
      </dsp:txXfrm>
    </dsp:sp>
    <dsp:sp modelId="{F31DF19B-6469-4390-A848-079534F78492}">
      <dsp:nvSpPr>
        <dsp:cNvPr id="0" name=""/>
        <dsp:cNvSpPr/>
      </dsp:nvSpPr>
      <dsp:spPr>
        <a:xfrm>
          <a:off x="1705082" y="186118"/>
          <a:ext cx="1032960" cy="103296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8566F3D-7D41-42EC-BB32-5437DD5CFE0A}">
      <dsp:nvSpPr>
        <dsp:cNvPr id="0" name=""/>
        <dsp:cNvSpPr/>
      </dsp:nvSpPr>
      <dsp:spPr>
        <a:xfrm>
          <a:off x="2990643" y="0"/>
          <a:ext cx="1451096" cy="3101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JS와</a:t>
          </a: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서버</a:t>
          </a:r>
          <a:endParaRPr lang="ru-RU" altLang="ko-KR" sz="160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</a:t>
          </a:r>
          <a:r>
            <a:rPr lang="ko-KR" sz="1600" kern="1200" dirty="0" err="1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fetch</a:t>
          </a: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 통신 </a:t>
          </a:r>
          <a:endParaRPr lang="ru-RU" altLang="ko-KR" sz="160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오류</a:t>
          </a:r>
          <a:endParaRPr lang="ko-KR" sz="160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2990643" y="1240793"/>
        <a:ext cx="1451096" cy="1240793"/>
      </dsp:txXfrm>
    </dsp:sp>
    <dsp:sp modelId="{C579E8C8-C18F-4E0A-8E2C-5A7822F7DB2F}">
      <dsp:nvSpPr>
        <dsp:cNvPr id="0" name=""/>
        <dsp:cNvSpPr/>
      </dsp:nvSpPr>
      <dsp:spPr>
        <a:xfrm>
          <a:off x="3199712" y="186118"/>
          <a:ext cx="1032960" cy="103296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42EC234-9DE0-4FF8-B45C-DF6BDDDA70FD}">
      <dsp:nvSpPr>
        <dsp:cNvPr id="0" name=""/>
        <dsp:cNvSpPr/>
      </dsp:nvSpPr>
      <dsp:spPr>
        <a:xfrm>
          <a:off x="4485273" y="0"/>
          <a:ext cx="1451096" cy="3101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하나씩 </a:t>
          </a:r>
          <a:endParaRPr lang="ru-RU" altLang="ko-KR" sz="160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디버깅하며 </a:t>
          </a:r>
          <a:endParaRPr lang="ru-RU" altLang="ko-KR" sz="1600" kern="1200" dirty="0" smtClean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  <a:p>
          <a:pPr lvl="0" algn="ctr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600" kern="1200" dirty="0" smtClean="0">
              <a:solidFill>
                <a:schemeClr val="bg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rPr>
            <a:t>해결함</a:t>
          </a:r>
          <a:endParaRPr lang="ko-KR" sz="1600" kern="1200" dirty="0">
            <a:solidFill>
              <a:schemeClr val="bg1"/>
            </a:solidFill>
            <a:latin typeface="한컴 말랑말랑 Bold" panose="020F0803000000000000" pitchFamily="50" charset="-127"/>
            <a:ea typeface="한컴 말랑말랑 Bold" panose="020F0803000000000000" pitchFamily="50" charset="-127"/>
          </a:endParaRPr>
        </a:p>
      </dsp:txBody>
      <dsp:txXfrm>
        <a:off x="4485273" y="1240793"/>
        <a:ext cx="1451096" cy="1240793"/>
      </dsp:txXfrm>
    </dsp:sp>
    <dsp:sp modelId="{BAD0A839-F130-4D90-960B-E760799C148B}">
      <dsp:nvSpPr>
        <dsp:cNvPr id="0" name=""/>
        <dsp:cNvSpPr/>
      </dsp:nvSpPr>
      <dsp:spPr>
        <a:xfrm>
          <a:off x="4694341" y="186118"/>
          <a:ext cx="1032960" cy="1032960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BC0FAE6-08BE-4620-AFD8-38A6EFE00B3D}">
      <dsp:nvSpPr>
        <dsp:cNvPr id="0" name=""/>
        <dsp:cNvSpPr/>
      </dsp:nvSpPr>
      <dsp:spPr>
        <a:xfrm>
          <a:off x="237510" y="2481586"/>
          <a:ext cx="5462734" cy="465297"/>
        </a:xfrm>
        <a:prstGeom prst="leftRightArrow">
          <a:avLst/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56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5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2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2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730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7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7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9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1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3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5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1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가짜</a:t>
            </a:r>
            <a:r>
              <a:rPr sz="4800" b="1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4800" b="1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뉴스</a:t>
            </a:r>
            <a:r>
              <a:rPr sz="4800" b="1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4800" b="1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탐지</a:t>
            </a:r>
            <a:r>
              <a:rPr sz="4800" b="1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4800" b="1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웹사이트</a:t>
            </a:r>
            <a:endParaRPr sz="4800" b="1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 smtClean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진짜</a:t>
            </a:r>
            <a:r>
              <a:rPr lang="en-US" altLang="ko-KR" sz="4000" dirty="0" smtClean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?! </a:t>
            </a:r>
            <a:r>
              <a:rPr lang="ko-KR" altLang="en-US" sz="4000" dirty="0" smtClean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거짓</a:t>
            </a:r>
            <a:r>
              <a:rPr lang="en-US" altLang="ko-KR" sz="4000" dirty="0" smtClean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</a:t>
            </a:r>
            <a:endParaRPr sz="40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프로젝트</a:t>
            </a:r>
            <a:r>
              <a:rPr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소개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:p14="http://schemas.microsoft.com/office/powerpoint/2010/main" val="1096905552"/>
              </p:ext>
            </p:extLst>
          </p:nvPr>
        </p:nvGraphicFramePr>
        <p:xfrm>
          <a:off x="858137" y="2079594"/>
          <a:ext cx="743356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370332"/>
            <a:ext cx="5937755" cy="1188720"/>
          </a:xfrm>
        </p:spPr>
        <p:txBody>
          <a:bodyPr>
            <a:normAutofit/>
          </a:bodyPr>
          <a:lstStyle/>
          <a:p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사용</a:t>
            </a:r>
            <a:r>
              <a:rPr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기술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853181923"/>
              </p:ext>
            </p:extLst>
          </p:nvPr>
        </p:nvGraphicFramePr>
        <p:xfrm>
          <a:off x="1526922" y="233618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주요</a:t>
            </a:r>
            <a:r>
              <a:rPr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기능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052952"/>
              </p:ext>
            </p:extLst>
          </p:nvPr>
        </p:nvGraphicFramePr>
        <p:xfrm>
          <a:off x="1606045" y="2638045"/>
          <a:ext cx="5937755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23195" y="370332"/>
            <a:ext cx="6703454" cy="1188720"/>
          </a:xfrm>
        </p:spPr>
        <p:txBody>
          <a:bodyPr>
            <a:noAutofit/>
          </a:bodyPr>
          <a:lstStyle/>
          <a:p>
            <a:r>
              <a:rPr lang="ko-KR" altLang="en-US"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코드 설명</a:t>
            </a:r>
            <a:r>
              <a:rPr lang="en-US" altLang="ko-KR"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: app.py </a:t>
            </a:r>
            <a:r>
              <a:rPr lang="ko-KR" altLang="en-US"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핵심 부분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195" y="1743732"/>
            <a:ext cx="6726568" cy="489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7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34" y="236723"/>
            <a:ext cx="5937755" cy="1188720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중간 신뢰도 예시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3" name="Picture 2" descr="KakaoTalk_20250605_092754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944" y="1506445"/>
            <a:ext cx="5529534" cy="5253901"/>
          </a:xfrm>
          <a:prstGeom prst="rect">
            <a:avLst/>
          </a:prstGeom>
        </p:spPr>
      </p:pic>
      <p:pic>
        <p:nvPicPr>
          <p:cNvPr id="5" name="Picture 2" descr="KakaoTalk_20250605_092829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879" y="1526959"/>
            <a:ext cx="5532599" cy="52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2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KakaoTalk_20250605_09275407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125" y="1497567"/>
            <a:ext cx="5307594" cy="5036398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606045" y="139068"/>
            <a:ext cx="5937755" cy="1188720"/>
          </a:xfrm>
        </p:spPr>
        <p:txBody>
          <a:bodyPr/>
          <a:lstStyle/>
          <a:p>
            <a:r>
              <a:rPr lang="ko-KR" altLang="en-US" sz="28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가짜 뉴스 </a:t>
            </a:r>
            <a:r>
              <a:rPr lang="ko-KR" altLang="en-US" sz="2800" dirty="0" smtClean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예시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04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99513" y="148390"/>
            <a:ext cx="5937755" cy="1188720"/>
          </a:xfrm>
        </p:spPr>
        <p:txBody>
          <a:bodyPr/>
          <a:lstStyle/>
          <a:p>
            <a:r>
              <a:rPr lang="ko-KR" altLang="en-US" sz="28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진짜 뉴스 예시</a:t>
            </a:r>
            <a:endParaRPr lang="ko-KR" altLang="en-US" dirty="0"/>
          </a:p>
        </p:txBody>
      </p:sp>
      <p:pic>
        <p:nvPicPr>
          <p:cNvPr id="3" name="Picture 2" descr="KakaoTalk_20250605_09275407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65" y="1453177"/>
            <a:ext cx="5215849" cy="495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1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34" y="236723"/>
            <a:ext cx="5937755" cy="1188720"/>
          </a:xfrm>
        </p:spPr>
        <p:txBody>
          <a:bodyPr>
            <a:normAutofit/>
          </a:bodyPr>
          <a:lstStyle/>
          <a:p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기본</a:t>
            </a:r>
            <a:r>
              <a:rPr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화면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3" name="Picture 2" descr="KakaoTalk_20250605_092754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944" y="1506445"/>
            <a:ext cx="5529534" cy="5253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개발</a:t>
            </a:r>
            <a:r>
              <a:rPr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구조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936899"/>
              </p:ext>
            </p:extLst>
          </p:nvPr>
        </p:nvGraphicFramePr>
        <p:xfrm>
          <a:off x="1606045" y="2638045"/>
          <a:ext cx="5937755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</a:t>
            </a:r>
            <a:r>
              <a:rPr sz="3600" dirty="0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&amp; </a:t>
            </a:r>
            <a:r>
              <a:rPr sz="3600" dirty="0" err="1">
                <a:solidFill>
                  <a:srgbClr val="AFADD9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해결</a:t>
            </a:r>
            <a:endParaRPr sz="3600" dirty="0">
              <a:solidFill>
                <a:srgbClr val="AFADD9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464736"/>
              </p:ext>
            </p:extLst>
          </p:nvPr>
        </p:nvGraphicFramePr>
        <p:xfrm>
          <a:off x="1606045" y="2638045"/>
          <a:ext cx="5937755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보라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TM10001115[[fn=소포]]</Template>
  <TotalTime>60</TotalTime>
  <Words>131</Words>
  <Application>Microsoft Office PowerPoint</Application>
  <PresentationFormat>화면 슬라이드 쇼(4:3)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한컴 말랑말랑 Bold</vt:lpstr>
      <vt:lpstr>휴먼매직체</vt:lpstr>
      <vt:lpstr>Arial</vt:lpstr>
      <vt:lpstr>Gill Sans MT</vt:lpstr>
      <vt:lpstr>Parcel</vt:lpstr>
      <vt:lpstr>가짜 뉴스 탐지 웹사이트</vt:lpstr>
      <vt:lpstr>프로젝트 소개</vt:lpstr>
      <vt:lpstr>사용 기술</vt:lpstr>
      <vt:lpstr>주요 기능</vt:lpstr>
      <vt:lpstr>코드 설명: app.py 핵심 부분</vt:lpstr>
      <vt:lpstr>중간 신뢰도 예시</vt:lpstr>
      <vt:lpstr>가짜 뉴스 예시</vt:lpstr>
      <vt:lpstr>진짜 뉴스 예시</vt:lpstr>
      <vt:lpstr>기본 화면</vt:lpstr>
      <vt:lpstr>개발 구조</vt:lpstr>
      <vt:lpstr>문제 &amp; 해결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가짜 뉴스 탐지 웹사이트</dc:title>
  <dc:subject/>
  <dc:creator>kbu</dc:creator>
  <cp:keywords/>
  <dc:description>generated using python-pptx</dc:description>
  <cp:lastModifiedBy>kbu</cp:lastModifiedBy>
  <cp:revision>9</cp:revision>
  <dcterms:created xsi:type="dcterms:W3CDTF">2013-01-27T09:14:16Z</dcterms:created>
  <dcterms:modified xsi:type="dcterms:W3CDTF">2025-06-05T01:36:24Z</dcterms:modified>
  <cp:category/>
</cp:coreProperties>
</file>